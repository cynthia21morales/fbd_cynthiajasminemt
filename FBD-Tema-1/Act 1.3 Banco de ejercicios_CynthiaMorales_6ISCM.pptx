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62" r:id="rId6"/>
    <p:sldId id="258" r:id="rId7"/>
    <p:sldId id="259" r:id="rId8"/>
    <p:sldId id="260" r:id="rId9"/>
    <p:sldId id="261" r:id="rId10"/>
    <p:sldId id="266" r:id="rId11"/>
    <p:sldId id="265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85EBC-3E3B-C36F-4F4D-1CA28B86E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AADD17-B459-D9A0-6543-4780FD0FB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54E111-CEF6-CBA8-ABD0-2C2F0F6DE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9E3E-A950-4C35-AC0F-165115508D56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830ADA-854E-9FAF-3F8A-79537530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DCCB4C-E59F-8BF4-88D9-B0AA42113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06C17-84CA-4099-BE8E-C9646AE3EC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1503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9524F-2D29-21A1-AE00-57C316D90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CDA03D-2260-8747-699F-CDA9738CB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B26D97-1876-CDED-6C18-76A29804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9E3E-A950-4C35-AC0F-165115508D56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DFA0D5-A3F9-E1FC-3ADF-4EFFAD2EC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200EA4-7D98-C539-959D-A3EC3D63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06C17-84CA-4099-BE8E-C9646AE3EC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4086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21799-3D53-BE63-0546-26CDB92A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86EAAE-7EBD-3909-05B7-503C4FB91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CDD943-AE5C-DF1B-129E-02227467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9E3E-A950-4C35-AC0F-165115508D56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1ED243-62B0-C00C-A999-09733C65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B5E269-C7C3-DF81-59E4-6628AA56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06C17-84CA-4099-BE8E-C9646AE3EC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4013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34C9B-3B6F-E30D-B196-D821E2E2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AAE410-0269-17E5-2921-9CC1D2FB7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F465C9-D6AD-BF91-3BA0-0039A7D8C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9E0829-756A-AB50-AC51-157BACB3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9E3E-A950-4C35-AC0F-165115508D56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150DAE-E43E-4107-D863-A079438B1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7B7B5C-842C-8543-4157-C4232CAA5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06C17-84CA-4099-BE8E-C9646AE3EC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8291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3C4B8-33AB-BD64-4797-C8AEBC443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EC81D8-3865-75A9-88C1-2B63F8293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A37464-B9B3-A164-D5EE-47AF4200D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E1A4FB1-A0EB-308F-985A-D4C32D9FD5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BA2B2A3-E3F5-55A0-0577-47D8A3FC5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2CE9E68-00E3-12FF-9D2C-4ECDEDE27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9E3E-A950-4C35-AC0F-165115508D56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9343044-5BA5-7520-7173-FEDFEA0C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ADAB540-2103-C941-3193-50388112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06C17-84CA-4099-BE8E-C9646AE3EC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7514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1E59A-2B80-2DC8-A047-061DB26B0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8AFA479-698E-510F-395C-EF18C0BD7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9E3E-A950-4C35-AC0F-165115508D56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6F2DD4-EDD5-F206-50C2-1F0CE113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674AAF-9889-09D2-0DCA-B113A65F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06C17-84CA-4099-BE8E-C9646AE3EC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7261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E427D43-A2F6-9FF6-CC63-915605D4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9E3E-A950-4C35-AC0F-165115508D56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59EDA50-D3BB-40EF-DF8C-D2842117A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490B78-AE01-7D69-B850-5879AFDBD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06C17-84CA-4099-BE8E-C9646AE3EC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170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3C4E5-0C77-B1BA-BFE9-AB9A8C0D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614C3D-34D1-2616-2318-F582F0E6A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9081F5-02B0-71EE-2804-8EF461BFD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928FBC-907C-23A7-A618-179A72691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9E3E-A950-4C35-AC0F-165115508D56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432446-215E-F497-5A71-A7632E1AC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FFB0C9-CAD0-B3DA-B68E-EA0E3757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06C17-84CA-4099-BE8E-C9646AE3EC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7483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901EA-EEC3-9C27-995C-3D05F731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94D0AE-D11C-2C3B-2DA4-C8B6A26A4E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5948AF-54E0-A1F9-AD3A-070A44B9B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C8B867-6CAC-60AA-0748-49873BA48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9E3E-A950-4C35-AC0F-165115508D56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3B6FB8-4839-B902-40BD-DC556FDA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492C71-057A-DB2D-7CBE-F39093F2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06C17-84CA-4099-BE8E-C9646AE3EC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747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FBAEB-24E3-ADB1-BD39-E60111493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BA0058-DD27-3E4E-F68C-06520A078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45E594-6F09-D0AC-11BD-63A7ACDE9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9E3E-A950-4C35-AC0F-165115508D56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65EA9F-0AD5-F78F-586F-1FBA510C0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BAE385-0BF0-9267-811A-F7C37652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06C17-84CA-4099-BE8E-C9646AE3EC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053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5DEEA4-BEA0-CDA7-5866-F64AC42408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64B7AA-DDD9-AEE0-C63D-1A18C6DE3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7A37B9-1E0D-44ED-C27B-25C35E67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9E3E-A950-4C35-AC0F-165115508D56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B830BD-7AA5-622F-03C0-1C4F3FAA0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BA7C83-F00E-CF83-444C-F34A3665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06C17-84CA-4099-BE8E-C9646AE3EC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9175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3C8584-70A8-C0F3-8AE2-36CDBF607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B74883-0293-993B-9D2C-DA335AA10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3F9BCB-EB3B-D590-A8EC-FCD2A6A24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29E3E-A950-4C35-AC0F-165115508D56}" type="datetimeFigureOut">
              <a:rPr lang="es-MX" smtClean="0"/>
              <a:t>03/05/2026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CCFA02-E03C-05B0-D0F5-725A8342B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122D7C-2E16-7EA9-7930-F5FB0A84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06C17-84CA-4099-BE8E-C9646AE3EC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275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D686FC5E-E9AD-085F-35F5-150EAE142B92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Fundamentos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base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datos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1.3 Banco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24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abril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 del 2026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0BD23136-DF09-4AA2-60FE-68E1A956DAD7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3ED7A030-52A5-A229-C940-D5E7E72E1FD3}"/>
              </a:ext>
            </a:extLst>
          </p:cNvPr>
          <p:cNvGrpSpPr/>
          <p:nvPr/>
        </p:nvGrpSpPr>
        <p:grpSpPr>
          <a:xfrm>
            <a:off x="817249" y="31119"/>
            <a:ext cx="2709599" cy="119817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5F55934D-52C0-5ACE-7A8D-84C84E897807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D48575A1-4588-0102-4357-6D8D93FF3E51}"/>
              </a:ext>
            </a:extLst>
          </p:cNvPr>
          <p:cNvGrpSpPr/>
          <p:nvPr/>
        </p:nvGrpSpPr>
        <p:grpSpPr>
          <a:xfrm>
            <a:off x="9481236" y="106714"/>
            <a:ext cx="1872270" cy="124524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2DC85EDC-81FF-5078-1396-93CA95EECDF3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7468BCAB-9003-591B-46D7-EE9703A38767}"/>
              </a:ext>
            </a:extLst>
          </p:cNvPr>
          <p:cNvGrpSpPr/>
          <p:nvPr/>
        </p:nvGrpSpPr>
        <p:grpSpPr>
          <a:xfrm>
            <a:off x="4307929" y="269788"/>
            <a:ext cx="3812814" cy="70923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FDC06DA-DB92-A095-F6E3-0C9D126B378D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977272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36858-DFD5-28E5-5D4A-CEDB187B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AFDFB0-BE90-52B2-14DE-199073741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En el presente banco de ejercicios se desarrolló la creación de una base de datos denominada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mystore_cynthia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así como la elaboración de distintas tablas relacionadas con un sistema de gestión comercial. A través del uso de comandos SQL, se diseñaron y estructuraron las tablas de clientes, productos, proveedores y ventas, permitiendo comprender la organización de la información dentro de un sistema de base de datos.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Además, se realizó el llenado de las tablas mediante instrucciones automatizadas, lo cual facilitó la generación de registros y reforzó el aprendizaje práctico en el manejo de bases de datos.</a:t>
            </a:r>
          </a:p>
          <a:p>
            <a:pPr marL="0" indent="0" algn="just">
              <a:buNone/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65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61200-5876-EB51-8AC9-1B2352980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F8ECE2-A96B-176B-64C3-13EBCDD70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Desde mi punto de vista, este banco de ejercicios fue importante porque me permitió practicar la creación y manipulación de bases de datos de una forma más completa. No solo aprendí a crear tablas, sino también a relacionarlas y llenarlas con datos utilizando comandos SQL.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Considero que esta actividad me ayudó a entender mejor cómo funcionan las bases de datos en un entorno real y a desarrollar habilidades que serán útiles en mi formación académica.</a:t>
            </a:r>
          </a:p>
          <a:p>
            <a:pPr marL="0" indent="0" algn="just">
              <a:buNone/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880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EFD723-4ABF-6C3A-E8FD-83A06600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Comenzaremos con la creación de nuestra nueva base de datos la cual quedara en este orden, después crearemos nuestras 4 tablas las cuales quedarían de la siguiente manera: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A05CC8B-FED0-0C1A-AA53-E5179AFB0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9428" y="1847396"/>
            <a:ext cx="3383971" cy="4351338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03A7F88-6A1C-9C54-FD08-5D7C5A0E6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839" y="2576393"/>
            <a:ext cx="6283989" cy="355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87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51471-33D1-E334-51CD-46594C21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800" dirty="0"/>
              <a:t>Por medio de comandos SQL rellenaremos las tablas dando </a:t>
            </a:r>
            <a:r>
              <a:rPr lang="es-MX" sz="2800" dirty="0" err="1"/>
              <a:t>click</a:t>
            </a:r>
            <a:r>
              <a:rPr lang="es-MX" sz="2800" dirty="0"/>
              <a:t> derecho a nuestra base de datos-</a:t>
            </a:r>
            <a:r>
              <a:rPr lang="es-MX" sz="2800" dirty="0" err="1"/>
              <a:t>query</a:t>
            </a:r>
            <a:r>
              <a:rPr lang="es-MX" sz="2800" dirty="0"/>
              <a:t> </a:t>
            </a:r>
            <a:r>
              <a:rPr lang="es-MX" sz="2800" dirty="0" err="1"/>
              <a:t>tool</a:t>
            </a:r>
            <a:r>
              <a:rPr lang="es-MX" sz="2800" dirty="0"/>
              <a:t> y </a:t>
            </a:r>
            <a:r>
              <a:rPr lang="es-MX" sz="2800" dirty="0" err="1"/>
              <a:t>dento</a:t>
            </a:r>
            <a:r>
              <a:rPr lang="es-MX" sz="2800" dirty="0"/>
              <a:t> colocaremos los comandos de cada tabla como se muestra a continuación en las siguientes paginas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BC81419-1163-7B9D-8CCC-355EC3E9BD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5110"/>
            <a:ext cx="3445236" cy="435133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DE512F-5C0D-BD1E-34C2-0AD2DFBCE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368" y="2503715"/>
            <a:ext cx="6963032" cy="2447812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8F7E519-1F7C-FD39-993B-EF7FCF969726}"/>
              </a:ext>
            </a:extLst>
          </p:cNvPr>
          <p:cNvCxnSpPr/>
          <p:nvPr/>
        </p:nvCxnSpPr>
        <p:spPr>
          <a:xfrm flipV="1">
            <a:off x="4005943" y="3559629"/>
            <a:ext cx="3559628" cy="2209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034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3052A-120C-43EA-6829-338C4CF3E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914" y="0"/>
            <a:ext cx="3396343" cy="723446"/>
          </a:xfrm>
        </p:spPr>
        <p:txBody>
          <a:bodyPr/>
          <a:lstStyle/>
          <a:p>
            <a:r>
              <a:rPr lang="es-MX" dirty="0"/>
              <a:t>producto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65524C9-7284-4966-0133-7D9782104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628" y="2010363"/>
            <a:ext cx="5453745" cy="1830011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E1C1449-FFFE-B21F-FE55-109FF989A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635" y="2364572"/>
            <a:ext cx="8150679" cy="435778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C952BDA-C346-C6E1-FA69-171BCB5983BD}"/>
              </a:ext>
            </a:extLst>
          </p:cNvPr>
          <p:cNvSpPr txBox="1"/>
          <p:nvPr/>
        </p:nvSpPr>
        <p:spPr>
          <a:xfrm>
            <a:off x="402772" y="645348"/>
            <a:ext cx="12115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Esta tabla contiene la información de los productos disponibles en el sistema. Incluye datos como el código del producto, descripción, precio de compra, precio de venta y cantidad en stock.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Su función principal es llevar el control de los productos, sus precios y la cantidad disponible para la venta.</a:t>
            </a:r>
          </a:p>
        </p:txBody>
      </p:sp>
    </p:spTree>
    <p:extLst>
      <p:ext uri="{BB962C8B-B14F-4D97-AF65-F5344CB8AC3E}">
        <p14:creationId xmlns:p14="http://schemas.microsoft.com/office/powerpoint/2010/main" val="3123808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2F6F1-5968-59AE-4F6B-FC5CFC4CB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1486" y="82098"/>
            <a:ext cx="1839686" cy="669018"/>
          </a:xfrm>
        </p:spPr>
        <p:txBody>
          <a:bodyPr>
            <a:normAutofit fontScale="90000"/>
          </a:bodyPr>
          <a:lstStyle/>
          <a:p>
            <a:r>
              <a:rPr lang="es-MX" dirty="0"/>
              <a:t>clientes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AE190A6-C435-44CE-1E14-22974D55D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572" y="660319"/>
            <a:ext cx="10515600" cy="2768681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310D48A-C3EA-9A99-5948-019C4527C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629" y="3519797"/>
            <a:ext cx="8251371" cy="321821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97609A1-80C3-DE9E-C3E6-77D353808040}"/>
              </a:ext>
            </a:extLst>
          </p:cNvPr>
          <p:cNvSpPr txBox="1"/>
          <p:nvPr/>
        </p:nvSpPr>
        <p:spPr>
          <a:xfrm>
            <a:off x="163286" y="3519797"/>
            <a:ext cx="366848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Esta tabla almacena la información de los clientes registrados en el sistema. Contiene datos personales como nombre, apellidos, dirección, correo electrónico y número telefónico, lo cual permite identificar a cada cliente y facilitar su contacto.</a:t>
            </a:r>
          </a:p>
          <a:p>
            <a:pPr algn="just"/>
            <a:r>
              <a:rPr lang="es-MX" dirty="0"/>
              <a:t>Es importante porque permite relacionar las ventas con las personas que realizan las compras.</a:t>
            </a:r>
          </a:p>
        </p:txBody>
      </p:sp>
    </p:spTree>
    <p:extLst>
      <p:ext uri="{BB962C8B-B14F-4D97-AF65-F5344CB8AC3E}">
        <p14:creationId xmlns:p14="http://schemas.microsoft.com/office/powerpoint/2010/main" val="2491135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D3B0D-2400-235C-5787-4D277A289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557" y="0"/>
            <a:ext cx="3058886" cy="658132"/>
          </a:xfrm>
        </p:spPr>
        <p:txBody>
          <a:bodyPr>
            <a:normAutofit fontScale="90000"/>
          </a:bodyPr>
          <a:lstStyle/>
          <a:p>
            <a:r>
              <a:rPr lang="es-MX" dirty="0"/>
              <a:t>proveedores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CEA59E4-C50B-FA58-7F2B-66199FC47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6672" y="1332486"/>
            <a:ext cx="8577943" cy="2023812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3C11226-8A2C-4C74-FC75-FD575075B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759" y="3356298"/>
            <a:ext cx="8129768" cy="342899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9F658C6-F199-DF29-EB95-8AE4B33EE2CA}"/>
              </a:ext>
            </a:extLst>
          </p:cNvPr>
          <p:cNvSpPr txBox="1"/>
          <p:nvPr/>
        </p:nvSpPr>
        <p:spPr>
          <a:xfrm>
            <a:off x="261257" y="572138"/>
            <a:ext cx="119307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Esta tabla almacena la información de los proveedores que suministran los productos. Incluye datos como nombre, dirección, correo, teléfono y empresa.</a:t>
            </a: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Permite identificar de dónde provienen los productos y facilita la gestión de relaciones comerciales con los proveedores.</a:t>
            </a:r>
          </a:p>
        </p:txBody>
      </p:sp>
    </p:spTree>
    <p:extLst>
      <p:ext uri="{BB962C8B-B14F-4D97-AF65-F5344CB8AC3E}">
        <p14:creationId xmlns:p14="http://schemas.microsoft.com/office/powerpoint/2010/main" val="4012583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E34AD-37A7-F08A-F998-95A9CEFBE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028" y="-92074"/>
            <a:ext cx="2188029" cy="973818"/>
          </a:xfrm>
        </p:spPr>
        <p:txBody>
          <a:bodyPr/>
          <a:lstStyle/>
          <a:p>
            <a:r>
              <a:rPr lang="es-MX" dirty="0"/>
              <a:t>Ventas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01262A6-1A7D-2647-BC81-39014ACEA1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829" y="2131813"/>
            <a:ext cx="6797890" cy="1950330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C0123F6-16E0-176E-64A0-EFCA3E491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028" y="3429000"/>
            <a:ext cx="7053359" cy="332773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B6FA303-6461-6914-5DE0-9CB8FD18C4BD}"/>
              </a:ext>
            </a:extLst>
          </p:cNvPr>
          <p:cNvSpPr txBox="1"/>
          <p:nvPr/>
        </p:nvSpPr>
        <p:spPr>
          <a:xfrm>
            <a:off x="370114" y="713380"/>
            <a:ext cx="1165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Esta tabla registra las transacciones realizadas en el sistema. Contiene información como el identificador del cliente, el producto vendido, la cantidad y la fecha de la venta.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Su importancia radica en que permite llevar un control de las operaciones realizadas, así como analizar el comportamiento de las ventas.</a:t>
            </a:r>
          </a:p>
        </p:txBody>
      </p:sp>
    </p:spTree>
    <p:extLst>
      <p:ext uri="{BB962C8B-B14F-4D97-AF65-F5344CB8AC3E}">
        <p14:creationId xmlns:p14="http://schemas.microsoft.com/office/powerpoint/2010/main" val="2558860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D9BF7-0A65-CC41-3321-1FEAC8F6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Las tablas se encuentran relacionadas entre sí, ya que la tabla ventas depende de clientes y productos, lo cual permite mantener la integridad de los datos dentro de la base de datos.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81A6480-30A6-FDFA-AE2B-C94D93EAD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6775" y="1346999"/>
            <a:ext cx="6067025" cy="4786421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422C580-784A-78F7-CAC6-ADA759E73E54}"/>
              </a:ext>
            </a:extLst>
          </p:cNvPr>
          <p:cNvSpPr txBox="1"/>
          <p:nvPr/>
        </p:nvSpPr>
        <p:spPr>
          <a:xfrm>
            <a:off x="326572" y="2156936"/>
            <a:ext cx="4626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siguiente diagrama muestra la relación entre las tablas creadas dentro de la base de datos. La tabla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ventas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actúa como tabla principal de relación, ya que conecta la información de los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clientes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con los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productos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permitiendo registrar cada transacción realizada.</a:t>
            </a:r>
          </a:p>
        </p:txBody>
      </p:sp>
    </p:spTree>
    <p:extLst>
      <p:ext uri="{BB962C8B-B14F-4D97-AF65-F5344CB8AC3E}">
        <p14:creationId xmlns:p14="http://schemas.microsoft.com/office/powerpoint/2010/main" val="3503325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457F1-C5A2-A7AC-98A4-4AF8D7B5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3B195-BCF1-A30B-DEDA-B96277D4B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En conclusión, esta actividad me permitió reforzar mis conocimientos en la creación y manejo de bases de datos, aplicando comandos SQL para estructurar y llenar tablas. Fue una práctica útil que me ayudó a comprender mejor el funcionamiento de un sistema de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20392222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668</Words>
  <Application>Microsoft Office PowerPoint</Application>
  <PresentationFormat>Panorámica</PresentationFormat>
  <Paragraphs>46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Justificación</vt:lpstr>
      <vt:lpstr>Comenzaremos con la creación de nuestra nueva base de datos la cual quedara en este orden, después crearemos nuestras 4 tablas las cuales quedarían de la siguiente manera:</vt:lpstr>
      <vt:lpstr>Por medio de comandos SQL rellenaremos las tablas dando click derecho a nuestra base de datos-query tool y dento colocaremos los comandos de cada tabla como se muestra a continuación en las siguientes paginas</vt:lpstr>
      <vt:lpstr>producto</vt:lpstr>
      <vt:lpstr>clientes</vt:lpstr>
      <vt:lpstr>proveedores</vt:lpstr>
      <vt:lpstr>Ventas </vt:lpstr>
      <vt:lpstr>Las tablas se encuentran relacionadas entre sí, ya que la tabla ventas depende de clientes y productos, lo cual permite mantener la integridad de los datos dentro de la base de datos.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2</cp:revision>
  <dcterms:created xsi:type="dcterms:W3CDTF">2026-05-04T03:44:46Z</dcterms:created>
  <dcterms:modified xsi:type="dcterms:W3CDTF">2026-05-04T04:27:30Z</dcterms:modified>
</cp:coreProperties>
</file>