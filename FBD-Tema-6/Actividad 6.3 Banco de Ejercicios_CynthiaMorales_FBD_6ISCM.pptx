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0" r:id="rId7"/>
    <p:sldId id="259" r:id="rId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B8B2D8-B2F9-A1B7-48FE-4A15E8CA6E1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569410B3-36F6-C0D2-A492-40B551231F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073143B9-CB46-D798-2E2E-2064B6496CD8}"/>
              </a:ext>
            </a:extLst>
          </p:cNvPr>
          <p:cNvSpPr>
            <a:spLocks noGrp="1"/>
          </p:cNvSpPr>
          <p:nvPr>
            <p:ph type="dt" sz="half" idx="10"/>
          </p:nvPr>
        </p:nvSpPr>
        <p:spPr/>
        <p:txBody>
          <a:bodyPr/>
          <a:lstStyle/>
          <a:p>
            <a:fld id="{538C17B3-4C26-4305-AD08-EA562FDE62EC}" type="datetimeFigureOut">
              <a:rPr lang="es-MX" smtClean="0"/>
              <a:t>15/06/2026</a:t>
            </a:fld>
            <a:endParaRPr lang="es-MX"/>
          </a:p>
        </p:txBody>
      </p:sp>
      <p:sp>
        <p:nvSpPr>
          <p:cNvPr id="5" name="Marcador de pie de página 4">
            <a:extLst>
              <a:ext uri="{FF2B5EF4-FFF2-40B4-BE49-F238E27FC236}">
                <a16:creationId xmlns:a16="http://schemas.microsoft.com/office/drawing/2014/main" id="{1D2DB13D-E99D-332C-72DB-7E6F3B9897D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949C5D0-9053-39E4-A648-9C9C564167BD}"/>
              </a:ext>
            </a:extLst>
          </p:cNvPr>
          <p:cNvSpPr>
            <a:spLocks noGrp="1"/>
          </p:cNvSpPr>
          <p:nvPr>
            <p:ph type="sldNum" sz="quarter" idx="12"/>
          </p:nvPr>
        </p:nvSpPr>
        <p:spPr/>
        <p:txBody>
          <a:bodyPr/>
          <a:lstStyle/>
          <a:p>
            <a:fld id="{715C87C4-239A-4A08-A204-AE6FF4EB2687}" type="slidenum">
              <a:rPr lang="es-MX" smtClean="0"/>
              <a:t>‹Nº›</a:t>
            </a:fld>
            <a:endParaRPr lang="es-MX"/>
          </a:p>
        </p:txBody>
      </p:sp>
    </p:spTree>
    <p:extLst>
      <p:ext uri="{BB962C8B-B14F-4D97-AF65-F5344CB8AC3E}">
        <p14:creationId xmlns:p14="http://schemas.microsoft.com/office/powerpoint/2010/main" val="58199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73E2CA-D4D4-8D8F-D73F-95C00F3C326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AC0BF6C-8CBB-46B8-D2FC-BD8B6BEBDA9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685EB10-5224-28D6-9266-F37B7D38687E}"/>
              </a:ext>
            </a:extLst>
          </p:cNvPr>
          <p:cNvSpPr>
            <a:spLocks noGrp="1"/>
          </p:cNvSpPr>
          <p:nvPr>
            <p:ph type="dt" sz="half" idx="10"/>
          </p:nvPr>
        </p:nvSpPr>
        <p:spPr/>
        <p:txBody>
          <a:bodyPr/>
          <a:lstStyle/>
          <a:p>
            <a:fld id="{538C17B3-4C26-4305-AD08-EA562FDE62EC}" type="datetimeFigureOut">
              <a:rPr lang="es-MX" smtClean="0"/>
              <a:t>15/06/2026</a:t>
            </a:fld>
            <a:endParaRPr lang="es-MX"/>
          </a:p>
        </p:txBody>
      </p:sp>
      <p:sp>
        <p:nvSpPr>
          <p:cNvPr id="5" name="Marcador de pie de página 4">
            <a:extLst>
              <a:ext uri="{FF2B5EF4-FFF2-40B4-BE49-F238E27FC236}">
                <a16:creationId xmlns:a16="http://schemas.microsoft.com/office/drawing/2014/main" id="{95A1F81B-EA47-FC8D-76FA-B044AB24A41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4E1619B-1F5D-2868-CA79-5864D2423428}"/>
              </a:ext>
            </a:extLst>
          </p:cNvPr>
          <p:cNvSpPr>
            <a:spLocks noGrp="1"/>
          </p:cNvSpPr>
          <p:nvPr>
            <p:ph type="sldNum" sz="quarter" idx="12"/>
          </p:nvPr>
        </p:nvSpPr>
        <p:spPr/>
        <p:txBody>
          <a:bodyPr/>
          <a:lstStyle/>
          <a:p>
            <a:fld id="{715C87C4-239A-4A08-A204-AE6FF4EB2687}" type="slidenum">
              <a:rPr lang="es-MX" smtClean="0"/>
              <a:t>‹Nº›</a:t>
            </a:fld>
            <a:endParaRPr lang="es-MX"/>
          </a:p>
        </p:txBody>
      </p:sp>
    </p:spTree>
    <p:extLst>
      <p:ext uri="{BB962C8B-B14F-4D97-AF65-F5344CB8AC3E}">
        <p14:creationId xmlns:p14="http://schemas.microsoft.com/office/powerpoint/2010/main" val="2212966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3BC5C6-CB03-2B54-F10C-9F6FF9546D4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33DB3E0-82F0-942F-71A4-73560D50BC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F4AA231-D0D8-4761-72E6-FFC44D96AC4B}"/>
              </a:ext>
            </a:extLst>
          </p:cNvPr>
          <p:cNvSpPr>
            <a:spLocks noGrp="1"/>
          </p:cNvSpPr>
          <p:nvPr>
            <p:ph type="dt" sz="half" idx="10"/>
          </p:nvPr>
        </p:nvSpPr>
        <p:spPr/>
        <p:txBody>
          <a:bodyPr/>
          <a:lstStyle/>
          <a:p>
            <a:fld id="{538C17B3-4C26-4305-AD08-EA562FDE62EC}" type="datetimeFigureOut">
              <a:rPr lang="es-MX" smtClean="0"/>
              <a:t>15/06/2026</a:t>
            </a:fld>
            <a:endParaRPr lang="es-MX"/>
          </a:p>
        </p:txBody>
      </p:sp>
      <p:sp>
        <p:nvSpPr>
          <p:cNvPr id="5" name="Marcador de pie de página 4">
            <a:extLst>
              <a:ext uri="{FF2B5EF4-FFF2-40B4-BE49-F238E27FC236}">
                <a16:creationId xmlns:a16="http://schemas.microsoft.com/office/drawing/2014/main" id="{779C4EBA-1FAD-2F29-0504-EDCA5038424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E9B66FF-5415-44D6-1B0D-E7949F0B3B2B}"/>
              </a:ext>
            </a:extLst>
          </p:cNvPr>
          <p:cNvSpPr>
            <a:spLocks noGrp="1"/>
          </p:cNvSpPr>
          <p:nvPr>
            <p:ph type="sldNum" sz="quarter" idx="12"/>
          </p:nvPr>
        </p:nvSpPr>
        <p:spPr/>
        <p:txBody>
          <a:bodyPr/>
          <a:lstStyle/>
          <a:p>
            <a:fld id="{715C87C4-239A-4A08-A204-AE6FF4EB2687}" type="slidenum">
              <a:rPr lang="es-MX" smtClean="0"/>
              <a:t>‹Nº›</a:t>
            </a:fld>
            <a:endParaRPr lang="es-MX"/>
          </a:p>
        </p:txBody>
      </p:sp>
    </p:spTree>
    <p:extLst>
      <p:ext uri="{BB962C8B-B14F-4D97-AF65-F5344CB8AC3E}">
        <p14:creationId xmlns:p14="http://schemas.microsoft.com/office/powerpoint/2010/main" val="2838136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4C80CC-7850-E50C-3EAB-1D51FB3C69E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6350887-5E31-35B0-EB38-E57A0D349D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F36EFA42-BB73-F97D-B717-465C7319874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02C9F278-D427-67D9-ACBD-3DFE40988284}"/>
              </a:ext>
            </a:extLst>
          </p:cNvPr>
          <p:cNvSpPr>
            <a:spLocks noGrp="1"/>
          </p:cNvSpPr>
          <p:nvPr>
            <p:ph type="dt" sz="half" idx="10"/>
          </p:nvPr>
        </p:nvSpPr>
        <p:spPr/>
        <p:txBody>
          <a:bodyPr/>
          <a:lstStyle/>
          <a:p>
            <a:fld id="{538C17B3-4C26-4305-AD08-EA562FDE62EC}" type="datetimeFigureOut">
              <a:rPr lang="es-MX" smtClean="0"/>
              <a:t>15/06/2026</a:t>
            </a:fld>
            <a:endParaRPr lang="es-MX"/>
          </a:p>
        </p:txBody>
      </p:sp>
      <p:sp>
        <p:nvSpPr>
          <p:cNvPr id="6" name="Marcador de pie de página 5">
            <a:extLst>
              <a:ext uri="{FF2B5EF4-FFF2-40B4-BE49-F238E27FC236}">
                <a16:creationId xmlns:a16="http://schemas.microsoft.com/office/drawing/2014/main" id="{9EECC91A-58EF-9653-F399-575E7115878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EA473AD-FE31-31E0-77B3-43F04693F85B}"/>
              </a:ext>
            </a:extLst>
          </p:cNvPr>
          <p:cNvSpPr>
            <a:spLocks noGrp="1"/>
          </p:cNvSpPr>
          <p:nvPr>
            <p:ph type="sldNum" sz="quarter" idx="12"/>
          </p:nvPr>
        </p:nvSpPr>
        <p:spPr/>
        <p:txBody>
          <a:bodyPr/>
          <a:lstStyle/>
          <a:p>
            <a:fld id="{715C87C4-239A-4A08-A204-AE6FF4EB2687}" type="slidenum">
              <a:rPr lang="es-MX" smtClean="0"/>
              <a:t>‹Nº›</a:t>
            </a:fld>
            <a:endParaRPr lang="es-MX"/>
          </a:p>
        </p:txBody>
      </p:sp>
    </p:spTree>
    <p:extLst>
      <p:ext uri="{BB962C8B-B14F-4D97-AF65-F5344CB8AC3E}">
        <p14:creationId xmlns:p14="http://schemas.microsoft.com/office/powerpoint/2010/main" val="824512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552A85-A2E9-D7ED-382C-29BE303027D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1BB9240-81D9-33F4-7361-6B4F6E4D96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D59181F-1F1A-991E-130E-A9AD9294A78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904727EA-0356-B938-CAF6-9AEE6EB499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DE2930E-EFFF-08CC-9BDB-E09C8B10F94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2EC0B7CB-0C0B-A695-3A06-E41DF2CD0D1E}"/>
              </a:ext>
            </a:extLst>
          </p:cNvPr>
          <p:cNvSpPr>
            <a:spLocks noGrp="1"/>
          </p:cNvSpPr>
          <p:nvPr>
            <p:ph type="dt" sz="half" idx="10"/>
          </p:nvPr>
        </p:nvSpPr>
        <p:spPr/>
        <p:txBody>
          <a:bodyPr/>
          <a:lstStyle/>
          <a:p>
            <a:fld id="{538C17B3-4C26-4305-AD08-EA562FDE62EC}" type="datetimeFigureOut">
              <a:rPr lang="es-MX" smtClean="0"/>
              <a:t>15/06/2026</a:t>
            </a:fld>
            <a:endParaRPr lang="es-MX"/>
          </a:p>
        </p:txBody>
      </p:sp>
      <p:sp>
        <p:nvSpPr>
          <p:cNvPr id="8" name="Marcador de pie de página 7">
            <a:extLst>
              <a:ext uri="{FF2B5EF4-FFF2-40B4-BE49-F238E27FC236}">
                <a16:creationId xmlns:a16="http://schemas.microsoft.com/office/drawing/2014/main" id="{0502B9C8-1CFD-05D7-5CCD-705CE18C04A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8B5E8641-2CEE-FF8E-818D-4D29995DC87A}"/>
              </a:ext>
            </a:extLst>
          </p:cNvPr>
          <p:cNvSpPr>
            <a:spLocks noGrp="1"/>
          </p:cNvSpPr>
          <p:nvPr>
            <p:ph type="sldNum" sz="quarter" idx="12"/>
          </p:nvPr>
        </p:nvSpPr>
        <p:spPr/>
        <p:txBody>
          <a:bodyPr/>
          <a:lstStyle/>
          <a:p>
            <a:fld id="{715C87C4-239A-4A08-A204-AE6FF4EB2687}" type="slidenum">
              <a:rPr lang="es-MX" smtClean="0"/>
              <a:t>‹Nº›</a:t>
            </a:fld>
            <a:endParaRPr lang="es-MX"/>
          </a:p>
        </p:txBody>
      </p:sp>
    </p:spTree>
    <p:extLst>
      <p:ext uri="{BB962C8B-B14F-4D97-AF65-F5344CB8AC3E}">
        <p14:creationId xmlns:p14="http://schemas.microsoft.com/office/powerpoint/2010/main" val="4081101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0DEBF0-AEA5-4FDA-0F9F-F6C03BAE844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C46F2F81-CD45-870E-F470-A73805F08D63}"/>
              </a:ext>
            </a:extLst>
          </p:cNvPr>
          <p:cNvSpPr>
            <a:spLocks noGrp="1"/>
          </p:cNvSpPr>
          <p:nvPr>
            <p:ph type="dt" sz="half" idx="10"/>
          </p:nvPr>
        </p:nvSpPr>
        <p:spPr/>
        <p:txBody>
          <a:bodyPr/>
          <a:lstStyle/>
          <a:p>
            <a:fld id="{538C17B3-4C26-4305-AD08-EA562FDE62EC}" type="datetimeFigureOut">
              <a:rPr lang="es-MX" smtClean="0"/>
              <a:t>15/06/2026</a:t>
            </a:fld>
            <a:endParaRPr lang="es-MX"/>
          </a:p>
        </p:txBody>
      </p:sp>
      <p:sp>
        <p:nvSpPr>
          <p:cNvPr id="4" name="Marcador de pie de página 3">
            <a:extLst>
              <a:ext uri="{FF2B5EF4-FFF2-40B4-BE49-F238E27FC236}">
                <a16:creationId xmlns:a16="http://schemas.microsoft.com/office/drawing/2014/main" id="{6A858B19-6DDC-9679-27C0-DBEDDB8EA747}"/>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DADF1437-B23F-A6EA-AE04-29A3033DB404}"/>
              </a:ext>
            </a:extLst>
          </p:cNvPr>
          <p:cNvSpPr>
            <a:spLocks noGrp="1"/>
          </p:cNvSpPr>
          <p:nvPr>
            <p:ph type="sldNum" sz="quarter" idx="12"/>
          </p:nvPr>
        </p:nvSpPr>
        <p:spPr/>
        <p:txBody>
          <a:bodyPr/>
          <a:lstStyle/>
          <a:p>
            <a:fld id="{715C87C4-239A-4A08-A204-AE6FF4EB2687}" type="slidenum">
              <a:rPr lang="es-MX" smtClean="0"/>
              <a:t>‹Nº›</a:t>
            </a:fld>
            <a:endParaRPr lang="es-MX"/>
          </a:p>
        </p:txBody>
      </p:sp>
    </p:spTree>
    <p:extLst>
      <p:ext uri="{BB962C8B-B14F-4D97-AF65-F5344CB8AC3E}">
        <p14:creationId xmlns:p14="http://schemas.microsoft.com/office/powerpoint/2010/main" val="2140298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1CF4B56-97C2-C503-3140-17DA739EB175}"/>
              </a:ext>
            </a:extLst>
          </p:cNvPr>
          <p:cNvSpPr>
            <a:spLocks noGrp="1"/>
          </p:cNvSpPr>
          <p:nvPr>
            <p:ph type="dt" sz="half" idx="10"/>
          </p:nvPr>
        </p:nvSpPr>
        <p:spPr/>
        <p:txBody>
          <a:bodyPr/>
          <a:lstStyle/>
          <a:p>
            <a:fld id="{538C17B3-4C26-4305-AD08-EA562FDE62EC}" type="datetimeFigureOut">
              <a:rPr lang="es-MX" smtClean="0"/>
              <a:t>15/06/2026</a:t>
            </a:fld>
            <a:endParaRPr lang="es-MX"/>
          </a:p>
        </p:txBody>
      </p:sp>
      <p:sp>
        <p:nvSpPr>
          <p:cNvPr id="3" name="Marcador de pie de página 2">
            <a:extLst>
              <a:ext uri="{FF2B5EF4-FFF2-40B4-BE49-F238E27FC236}">
                <a16:creationId xmlns:a16="http://schemas.microsoft.com/office/drawing/2014/main" id="{D77F02BF-2AC2-F605-09E0-7E1BBEDE9A2A}"/>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1D018A71-6BA5-6672-AE3E-81C57A55DDC4}"/>
              </a:ext>
            </a:extLst>
          </p:cNvPr>
          <p:cNvSpPr>
            <a:spLocks noGrp="1"/>
          </p:cNvSpPr>
          <p:nvPr>
            <p:ph type="sldNum" sz="quarter" idx="12"/>
          </p:nvPr>
        </p:nvSpPr>
        <p:spPr/>
        <p:txBody>
          <a:bodyPr/>
          <a:lstStyle/>
          <a:p>
            <a:fld id="{715C87C4-239A-4A08-A204-AE6FF4EB2687}" type="slidenum">
              <a:rPr lang="es-MX" smtClean="0"/>
              <a:t>‹Nº›</a:t>
            </a:fld>
            <a:endParaRPr lang="es-MX"/>
          </a:p>
        </p:txBody>
      </p:sp>
    </p:spTree>
    <p:extLst>
      <p:ext uri="{BB962C8B-B14F-4D97-AF65-F5344CB8AC3E}">
        <p14:creationId xmlns:p14="http://schemas.microsoft.com/office/powerpoint/2010/main" val="1322285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17E384-E44C-439D-C151-E198DA60072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F2521BF-F08A-042C-4F73-6DC96EA0B8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247946B-21BD-D4D2-EC99-7E1D61A936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305142A-EE62-49DF-9886-BD13A82DC380}"/>
              </a:ext>
            </a:extLst>
          </p:cNvPr>
          <p:cNvSpPr>
            <a:spLocks noGrp="1"/>
          </p:cNvSpPr>
          <p:nvPr>
            <p:ph type="dt" sz="half" idx="10"/>
          </p:nvPr>
        </p:nvSpPr>
        <p:spPr/>
        <p:txBody>
          <a:bodyPr/>
          <a:lstStyle/>
          <a:p>
            <a:fld id="{538C17B3-4C26-4305-AD08-EA562FDE62EC}" type="datetimeFigureOut">
              <a:rPr lang="es-MX" smtClean="0"/>
              <a:t>15/06/2026</a:t>
            </a:fld>
            <a:endParaRPr lang="es-MX"/>
          </a:p>
        </p:txBody>
      </p:sp>
      <p:sp>
        <p:nvSpPr>
          <p:cNvPr id="6" name="Marcador de pie de página 5">
            <a:extLst>
              <a:ext uri="{FF2B5EF4-FFF2-40B4-BE49-F238E27FC236}">
                <a16:creationId xmlns:a16="http://schemas.microsoft.com/office/drawing/2014/main" id="{0F95AAE3-EFE1-C3CB-C9F4-A1F1B1DE8E4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77D4E61-E6F2-1A8F-6EE4-8D9BDADD22AD}"/>
              </a:ext>
            </a:extLst>
          </p:cNvPr>
          <p:cNvSpPr>
            <a:spLocks noGrp="1"/>
          </p:cNvSpPr>
          <p:nvPr>
            <p:ph type="sldNum" sz="quarter" idx="12"/>
          </p:nvPr>
        </p:nvSpPr>
        <p:spPr/>
        <p:txBody>
          <a:bodyPr/>
          <a:lstStyle/>
          <a:p>
            <a:fld id="{715C87C4-239A-4A08-A204-AE6FF4EB2687}" type="slidenum">
              <a:rPr lang="es-MX" smtClean="0"/>
              <a:t>‹Nº›</a:t>
            </a:fld>
            <a:endParaRPr lang="es-MX"/>
          </a:p>
        </p:txBody>
      </p:sp>
    </p:spTree>
    <p:extLst>
      <p:ext uri="{BB962C8B-B14F-4D97-AF65-F5344CB8AC3E}">
        <p14:creationId xmlns:p14="http://schemas.microsoft.com/office/powerpoint/2010/main" val="1261268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8DC333-5480-3B7D-17AB-EA04EECCD23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9ED1BAA3-53D2-CEE1-F192-1A1E87CC45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3FEEE033-B6BF-C0F4-4A06-2B6ABFC57C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21723FD-CB71-8A15-C1B0-8ABBAA74A757}"/>
              </a:ext>
            </a:extLst>
          </p:cNvPr>
          <p:cNvSpPr>
            <a:spLocks noGrp="1"/>
          </p:cNvSpPr>
          <p:nvPr>
            <p:ph type="dt" sz="half" idx="10"/>
          </p:nvPr>
        </p:nvSpPr>
        <p:spPr/>
        <p:txBody>
          <a:bodyPr/>
          <a:lstStyle/>
          <a:p>
            <a:fld id="{538C17B3-4C26-4305-AD08-EA562FDE62EC}" type="datetimeFigureOut">
              <a:rPr lang="es-MX" smtClean="0"/>
              <a:t>15/06/2026</a:t>
            </a:fld>
            <a:endParaRPr lang="es-MX"/>
          </a:p>
        </p:txBody>
      </p:sp>
      <p:sp>
        <p:nvSpPr>
          <p:cNvPr id="6" name="Marcador de pie de página 5">
            <a:extLst>
              <a:ext uri="{FF2B5EF4-FFF2-40B4-BE49-F238E27FC236}">
                <a16:creationId xmlns:a16="http://schemas.microsoft.com/office/drawing/2014/main" id="{B623A251-C8BF-BE9B-9198-A84C35E0B41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450C0E7-A15C-4438-2E19-4622B2606208}"/>
              </a:ext>
            </a:extLst>
          </p:cNvPr>
          <p:cNvSpPr>
            <a:spLocks noGrp="1"/>
          </p:cNvSpPr>
          <p:nvPr>
            <p:ph type="sldNum" sz="quarter" idx="12"/>
          </p:nvPr>
        </p:nvSpPr>
        <p:spPr/>
        <p:txBody>
          <a:bodyPr/>
          <a:lstStyle/>
          <a:p>
            <a:fld id="{715C87C4-239A-4A08-A204-AE6FF4EB2687}" type="slidenum">
              <a:rPr lang="es-MX" smtClean="0"/>
              <a:t>‹Nº›</a:t>
            </a:fld>
            <a:endParaRPr lang="es-MX"/>
          </a:p>
        </p:txBody>
      </p:sp>
    </p:spTree>
    <p:extLst>
      <p:ext uri="{BB962C8B-B14F-4D97-AF65-F5344CB8AC3E}">
        <p14:creationId xmlns:p14="http://schemas.microsoft.com/office/powerpoint/2010/main" val="4264762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5D5B06-640C-BD93-D302-C6C588F6B36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26C7212-21BF-0C75-E96C-352C1572A3E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138C6B0-82A3-5669-6F91-9556184363FB}"/>
              </a:ext>
            </a:extLst>
          </p:cNvPr>
          <p:cNvSpPr>
            <a:spLocks noGrp="1"/>
          </p:cNvSpPr>
          <p:nvPr>
            <p:ph type="dt" sz="half" idx="10"/>
          </p:nvPr>
        </p:nvSpPr>
        <p:spPr/>
        <p:txBody>
          <a:bodyPr/>
          <a:lstStyle/>
          <a:p>
            <a:fld id="{538C17B3-4C26-4305-AD08-EA562FDE62EC}" type="datetimeFigureOut">
              <a:rPr lang="es-MX" smtClean="0"/>
              <a:t>15/06/2026</a:t>
            </a:fld>
            <a:endParaRPr lang="es-MX"/>
          </a:p>
        </p:txBody>
      </p:sp>
      <p:sp>
        <p:nvSpPr>
          <p:cNvPr id="5" name="Marcador de pie de página 4">
            <a:extLst>
              <a:ext uri="{FF2B5EF4-FFF2-40B4-BE49-F238E27FC236}">
                <a16:creationId xmlns:a16="http://schemas.microsoft.com/office/drawing/2014/main" id="{C6327980-D005-16C3-27A0-CD5B37D167D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0F9AD41-C7E2-9187-9F8D-4813465546AE}"/>
              </a:ext>
            </a:extLst>
          </p:cNvPr>
          <p:cNvSpPr>
            <a:spLocks noGrp="1"/>
          </p:cNvSpPr>
          <p:nvPr>
            <p:ph type="sldNum" sz="quarter" idx="12"/>
          </p:nvPr>
        </p:nvSpPr>
        <p:spPr/>
        <p:txBody>
          <a:bodyPr/>
          <a:lstStyle/>
          <a:p>
            <a:fld id="{715C87C4-239A-4A08-A204-AE6FF4EB2687}" type="slidenum">
              <a:rPr lang="es-MX" smtClean="0"/>
              <a:t>‹Nº›</a:t>
            </a:fld>
            <a:endParaRPr lang="es-MX"/>
          </a:p>
        </p:txBody>
      </p:sp>
    </p:spTree>
    <p:extLst>
      <p:ext uri="{BB962C8B-B14F-4D97-AF65-F5344CB8AC3E}">
        <p14:creationId xmlns:p14="http://schemas.microsoft.com/office/powerpoint/2010/main" val="2488641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6B43CD1-75DD-9E98-9DB6-F94781FE2BD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A98B135-927A-C1A5-59A9-EF32FD6562E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30AE685-2B50-3847-CC92-79D4CE90B857}"/>
              </a:ext>
            </a:extLst>
          </p:cNvPr>
          <p:cNvSpPr>
            <a:spLocks noGrp="1"/>
          </p:cNvSpPr>
          <p:nvPr>
            <p:ph type="dt" sz="half" idx="10"/>
          </p:nvPr>
        </p:nvSpPr>
        <p:spPr/>
        <p:txBody>
          <a:bodyPr/>
          <a:lstStyle/>
          <a:p>
            <a:fld id="{538C17B3-4C26-4305-AD08-EA562FDE62EC}" type="datetimeFigureOut">
              <a:rPr lang="es-MX" smtClean="0"/>
              <a:t>15/06/2026</a:t>
            </a:fld>
            <a:endParaRPr lang="es-MX"/>
          </a:p>
        </p:txBody>
      </p:sp>
      <p:sp>
        <p:nvSpPr>
          <p:cNvPr id="5" name="Marcador de pie de página 4">
            <a:extLst>
              <a:ext uri="{FF2B5EF4-FFF2-40B4-BE49-F238E27FC236}">
                <a16:creationId xmlns:a16="http://schemas.microsoft.com/office/drawing/2014/main" id="{C30298D0-1FFE-3D91-430C-A6E59F5D91B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4B089BC-BC5F-2A02-2946-4F1D23AC7ABF}"/>
              </a:ext>
            </a:extLst>
          </p:cNvPr>
          <p:cNvSpPr>
            <a:spLocks noGrp="1"/>
          </p:cNvSpPr>
          <p:nvPr>
            <p:ph type="sldNum" sz="quarter" idx="12"/>
          </p:nvPr>
        </p:nvSpPr>
        <p:spPr/>
        <p:txBody>
          <a:bodyPr/>
          <a:lstStyle/>
          <a:p>
            <a:fld id="{715C87C4-239A-4A08-A204-AE6FF4EB2687}" type="slidenum">
              <a:rPr lang="es-MX" smtClean="0"/>
              <a:t>‹Nº›</a:t>
            </a:fld>
            <a:endParaRPr lang="es-MX"/>
          </a:p>
        </p:txBody>
      </p:sp>
    </p:spTree>
    <p:extLst>
      <p:ext uri="{BB962C8B-B14F-4D97-AF65-F5344CB8AC3E}">
        <p14:creationId xmlns:p14="http://schemas.microsoft.com/office/powerpoint/2010/main" val="2536546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0CCA1D9-0104-7017-8E26-28A466BCB8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02B5CA3-D111-1F32-DD48-CC7668EF20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B8A661A-D55D-0A7E-64B3-326700364A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8C17B3-4C26-4305-AD08-EA562FDE62EC}" type="datetimeFigureOut">
              <a:rPr lang="es-MX" smtClean="0"/>
              <a:t>15/06/2026</a:t>
            </a:fld>
            <a:endParaRPr lang="es-MX"/>
          </a:p>
        </p:txBody>
      </p:sp>
      <p:sp>
        <p:nvSpPr>
          <p:cNvPr id="5" name="Marcador de pie de página 4">
            <a:extLst>
              <a:ext uri="{FF2B5EF4-FFF2-40B4-BE49-F238E27FC236}">
                <a16:creationId xmlns:a16="http://schemas.microsoft.com/office/drawing/2014/main" id="{688A3427-5A00-0BD6-47AF-828E9F904C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455ADC11-2749-3BE5-F08B-567F2D8D00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15C87C4-239A-4A08-A204-AE6FF4EB2687}" type="slidenum">
              <a:rPr lang="es-MX" smtClean="0"/>
              <a:t>‹Nº›</a:t>
            </a:fld>
            <a:endParaRPr lang="es-MX"/>
          </a:p>
        </p:txBody>
      </p:sp>
    </p:spTree>
    <p:extLst>
      <p:ext uri="{BB962C8B-B14F-4D97-AF65-F5344CB8AC3E}">
        <p14:creationId xmlns:p14="http://schemas.microsoft.com/office/powerpoint/2010/main" val="1240438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E156851E-D17F-94A7-40B9-95C3D2A15702}"/>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r>
              <a:rPr lang="en-US" sz="1600" dirty="0" err="1">
                <a:solidFill>
                  <a:srgbClr val="000000"/>
                </a:solidFill>
                <a:latin typeface="Century Gothic" panose="020B0502020202020204" pitchFamily="34" charset="0"/>
                <a:ea typeface="Glacial Indifference"/>
                <a:cs typeface="Glacial Indifference"/>
                <a:sym typeface="Glacial Indifference"/>
              </a:rPr>
              <a:t>Fundamentos</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6.3 Banco de </a:t>
            </a:r>
            <a:r>
              <a:rPr lang="en-US" sz="1600" dirty="0" err="1">
                <a:solidFill>
                  <a:srgbClr val="000000"/>
                </a:solidFill>
                <a:latin typeface="Century Gothic" panose="020B0502020202020204" pitchFamily="34" charset="0"/>
                <a:ea typeface="Glacial Indifference"/>
                <a:cs typeface="Glacial Indifference"/>
                <a:sym typeface="Glacial Indifference"/>
              </a:rPr>
              <a:t>ejercicios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14 de </a:t>
            </a:r>
            <a:r>
              <a:rPr lang="en-US" sz="1600" dirty="0" err="1">
                <a:solidFill>
                  <a:srgbClr val="000000"/>
                </a:solidFill>
                <a:latin typeface="Century Gothic" panose="020B0502020202020204" pitchFamily="34" charset="0"/>
                <a:ea typeface="Glacial Indifference"/>
                <a:cs typeface="Glacial Indifference"/>
                <a:sym typeface="Glacial Indifference"/>
              </a:rPr>
              <a:t>junio</a:t>
            </a:r>
            <a:r>
              <a:rPr lang="en-US" sz="1600" dirty="0">
                <a:solidFill>
                  <a:srgbClr val="000000"/>
                </a:solidFill>
                <a:latin typeface="Century Gothic" panose="020B0502020202020204" pitchFamily="34" charset="0"/>
                <a:ea typeface="Glacial Indifference"/>
                <a:cs typeface="Glacial Indifference"/>
                <a:sym typeface="Glacial Indifference"/>
              </a:rPr>
              <a:t> del 2026</a:t>
            </a:r>
          </a:p>
        </p:txBody>
      </p:sp>
      <p:sp>
        <p:nvSpPr>
          <p:cNvPr id="5" name="TextBox 8">
            <a:extLst>
              <a:ext uri="{FF2B5EF4-FFF2-40B4-BE49-F238E27FC236}">
                <a16:creationId xmlns:a16="http://schemas.microsoft.com/office/drawing/2014/main" id="{5BC6DFD7-EBCC-198A-E7D4-E2E8D6402C41}"/>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B8CD5A2B-8F59-A901-A9B1-2EACFED3928A}"/>
              </a:ext>
            </a:extLst>
          </p:cNvPr>
          <p:cNvGrpSpPr/>
          <p:nvPr/>
        </p:nvGrpSpPr>
        <p:grpSpPr>
          <a:xfrm>
            <a:off x="817249" y="31119"/>
            <a:ext cx="2709599" cy="1198176"/>
            <a:chOff x="0" y="0"/>
            <a:chExt cx="3073400" cy="1308100"/>
          </a:xfrm>
        </p:grpSpPr>
        <p:sp>
          <p:nvSpPr>
            <p:cNvPr id="7" name="Freeform 3">
              <a:extLst>
                <a:ext uri="{FF2B5EF4-FFF2-40B4-BE49-F238E27FC236}">
                  <a16:creationId xmlns:a16="http://schemas.microsoft.com/office/drawing/2014/main" id="{FF7144A0-EBDE-E14F-C60D-2B2FFBEEC3FA}"/>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AFC3C414-9A7F-F54F-A6D3-2EFFA81B3D4E}"/>
              </a:ext>
            </a:extLst>
          </p:cNvPr>
          <p:cNvGrpSpPr/>
          <p:nvPr/>
        </p:nvGrpSpPr>
        <p:grpSpPr>
          <a:xfrm>
            <a:off x="9481236" y="106714"/>
            <a:ext cx="1872270" cy="1245240"/>
            <a:chOff x="0" y="0"/>
            <a:chExt cx="1981200" cy="1625600"/>
          </a:xfrm>
        </p:grpSpPr>
        <p:sp>
          <p:nvSpPr>
            <p:cNvPr id="9" name="Freeform 5">
              <a:extLst>
                <a:ext uri="{FF2B5EF4-FFF2-40B4-BE49-F238E27FC236}">
                  <a16:creationId xmlns:a16="http://schemas.microsoft.com/office/drawing/2014/main" id="{92601B6C-1E60-FBF7-79F8-34AF992C3393}"/>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9BF4886A-739D-F877-D3C4-3565E73E58FD}"/>
              </a:ext>
            </a:extLst>
          </p:cNvPr>
          <p:cNvGrpSpPr/>
          <p:nvPr/>
        </p:nvGrpSpPr>
        <p:grpSpPr>
          <a:xfrm>
            <a:off x="4307929" y="269788"/>
            <a:ext cx="3812814" cy="709234"/>
            <a:chOff x="0" y="0"/>
            <a:chExt cx="4343400" cy="901700"/>
          </a:xfrm>
        </p:grpSpPr>
        <p:sp>
          <p:nvSpPr>
            <p:cNvPr id="11" name="Freeform 7">
              <a:extLst>
                <a:ext uri="{FF2B5EF4-FFF2-40B4-BE49-F238E27FC236}">
                  <a16:creationId xmlns:a16="http://schemas.microsoft.com/office/drawing/2014/main" id="{E2BC6A33-AD43-C599-4D93-22989938486E}"/>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628024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60DE86-2355-E2AE-FD07-5D19D906A222}"/>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2EFED472-387D-754C-635B-B188F701ED62}"/>
              </a:ext>
            </a:extLst>
          </p:cNvPr>
          <p:cNvSpPr>
            <a:spLocks noGrp="1"/>
          </p:cNvSpPr>
          <p:nvPr>
            <p:ph idx="1"/>
          </p:nvPr>
        </p:nvSpPr>
        <p:spPr/>
        <p:txBody>
          <a:bodyPr/>
          <a:lstStyle/>
          <a:p>
            <a:pPr marL="0" indent="0">
              <a:buNone/>
            </a:pPr>
            <a:r>
              <a:rPr lang="es-MX" dirty="0"/>
              <a:t>En el presente banco de ejercicios se trabajó con la base de datos </a:t>
            </a:r>
            <a:r>
              <a:rPr lang="es-MX" dirty="0" err="1"/>
              <a:t>AutoPartes</a:t>
            </a:r>
            <a:r>
              <a:rPr lang="es-MX" dirty="0"/>
              <a:t> Morales utilizando PostgreSQL. Se realizaron ejercicios relacionados con la creación de tablas, inserción de registros, establecimiento de relaciones y consultas SQL, permitiendo reforzar los conocimientos sobre la administración de bases de datos relacionales.</a:t>
            </a:r>
          </a:p>
        </p:txBody>
      </p:sp>
    </p:spTree>
    <p:extLst>
      <p:ext uri="{BB962C8B-B14F-4D97-AF65-F5344CB8AC3E}">
        <p14:creationId xmlns:p14="http://schemas.microsoft.com/office/powerpoint/2010/main" val="3513305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0CFBA4-9D4D-A8D0-2BAC-8F3D1FE800EB}"/>
              </a:ext>
            </a:extLst>
          </p:cNvPr>
          <p:cNvSpPr>
            <a:spLocks noGrp="1"/>
          </p:cNvSpPr>
          <p:nvPr>
            <p:ph type="title"/>
          </p:nvPr>
        </p:nvSpPr>
        <p:spPr/>
        <p:txBody>
          <a:bodyPr/>
          <a:lstStyle/>
          <a:p>
            <a:r>
              <a:rPr lang="es-MX" dirty="0"/>
              <a:t>Justificación </a:t>
            </a:r>
          </a:p>
        </p:txBody>
      </p:sp>
      <p:sp>
        <p:nvSpPr>
          <p:cNvPr id="4" name="Rectangle 1">
            <a:extLst>
              <a:ext uri="{FF2B5EF4-FFF2-40B4-BE49-F238E27FC236}">
                <a16:creationId xmlns:a16="http://schemas.microsoft.com/office/drawing/2014/main" id="{C617B1CA-660B-032B-03AF-CAEC21A2B89F}"/>
              </a:ext>
            </a:extLst>
          </p:cNvPr>
          <p:cNvSpPr>
            <a:spLocks noGrp="1" noChangeArrowheads="1"/>
          </p:cNvSpPr>
          <p:nvPr>
            <p:ph idx="1"/>
          </p:nvPr>
        </p:nvSpPr>
        <p:spPr bwMode="auto">
          <a:xfrm>
            <a:off x="1048214" y="1998690"/>
            <a:ext cx="976897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a:t>La realización de este banco de ejercicios permitió aplicar de manera práctica los conceptos estudiados en clase. Mediante la ejecución de diferentes consultas y operaciones dentro de la base de datos fue posible comprender el funcionamiento de las relaciones entre tablas y la importancia de mantener organizada la información.</a:t>
            </a:r>
          </a:p>
        </p:txBody>
      </p:sp>
    </p:spTree>
    <p:extLst>
      <p:ext uri="{BB962C8B-B14F-4D97-AF65-F5344CB8AC3E}">
        <p14:creationId xmlns:p14="http://schemas.microsoft.com/office/powerpoint/2010/main" val="1981581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E66C60-4426-6F20-98D9-5E93347AED71}"/>
              </a:ext>
            </a:extLst>
          </p:cNvPr>
          <p:cNvSpPr>
            <a:spLocks noGrp="1"/>
          </p:cNvSpPr>
          <p:nvPr>
            <p:ph type="title"/>
          </p:nvPr>
        </p:nvSpPr>
        <p:spPr/>
        <p:txBody>
          <a:bodyPr>
            <a:noAutofit/>
          </a:bodyPr>
          <a:lstStyle/>
          <a:p>
            <a:r>
              <a:rPr lang="es-MX" sz="2800" dirty="0"/>
              <a:t>Se creó la base de datos </a:t>
            </a:r>
            <a:r>
              <a:rPr lang="es-MX" sz="2800" dirty="0" err="1"/>
              <a:t>AutoPartesMorales</a:t>
            </a:r>
            <a:r>
              <a:rPr lang="es-MX" sz="2800" dirty="0"/>
              <a:t> que servirá como contenedor principal para almacenar toda la información relacionada con clientes, productos, proveedores, empleados y ventas.</a:t>
            </a:r>
          </a:p>
        </p:txBody>
      </p:sp>
      <p:pic>
        <p:nvPicPr>
          <p:cNvPr id="4" name="Marcador de contenido 4">
            <a:extLst>
              <a:ext uri="{FF2B5EF4-FFF2-40B4-BE49-F238E27FC236}">
                <a16:creationId xmlns:a16="http://schemas.microsoft.com/office/drawing/2014/main" id="{CA17D55D-F3B3-7ACC-730D-9FAF8A4844E2}"/>
              </a:ext>
            </a:extLst>
          </p:cNvPr>
          <p:cNvPicPr>
            <a:picLocks noGrp="1" noChangeAspect="1"/>
          </p:cNvPicPr>
          <p:nvPr>
            <p:ph idx="1"/>
          </p:nvPr>
        </p:nvPicPr>
        <p:blipFill>
          <a:blip r:embed="rId2"/>
          <a:stretch>
            <a:fillRect/>
          </a:stretch>
        </p:blipFill>
        <p:spPr>
          <a:xfrm>
            <a:off x="3300980" y="1825625"/>
            <a:ext cx="5590040" cy="4351338"/>
          </a:xfrm>
        </p:spPr>
      </p:pic>
    </p:spTree>
    <p:extLst>
      <p:ext uri="{BB962C8B-B14F-4D97-AF65-F5344CB8AC3E}">
        <p14:creationId xmlns:p14="http://schemas.microsoft.com/office/powerpoint/2010/main" val="132613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E3A62553-6466-633B-CD77-A93B943993C8}"/>
              </a:ext>
            </a:extLst>
          </p:cNvPr>
          <p:cNvSpPr>
            <a:spLocks noGrp="1"/>
          </p:cNvSpPr>
          <p:nvPr>
            <p:ph type="title"/>
          </p:nvPr>
        </p:nvSpPr>
        <p:spPr>
          <a:xfrm>
            <a:off x="838200" y="365125"/>
            <a:ext cx="10515600" cy="1325563"/>
          </a:xfrm>
        </p:spPr>
        <p:txBody>
          <a:bodyPr/>
          <a:lstStyle/>
          <a:p>
            <a:r>
              <a:rPr lang="es-MX" dirty="0" err="1"/>
              <a:t>Creacion</a:t>
            </a:r>
            <a:r>
              <a:rPr lang="es-MX" dirty="0"/>
              <a:t> de tablas </a:t>
            </a:r>
          </a:p>
        </p:txBody>
      </p:sp>
      <p:pic>
        <p:nvPicPr>
          <p:cNvPr id="5" name="Marcador de contenido 4">
            <a:extLst>
              <a:ext uri="{FF2B5EF4-FFF2-40B4-BE49-F238E27FC236}">
                <a16:creationId xmlns:a16="http://schemas.microsoft.com/office/drawing/2014/main" id="{139377E0-D027-DE19-4486-1AB6681091E7}"/>
              </a:ext>
            </a:extLst>
          </p:cNvPr>
          <p:cNvPicPr>
            <a:picLocks noGrp="1" noChangeAspect="1"/>
          </p:cNvPicPr>
          <p:nvPr>
            <p:ph idx="1"/>
          </p:nvPr>
        </p:nvPicPr>
        <p:blipFill>
          <a:blip r:embed="rId2"/>
          <a:stretch>
            <a:fillRect/>
          </a:stretch>
        </p:blipFill>
        <p:spPr>
          <a:xfrm>
            <a:off x="158837" y="1570566"/>
            <a:ext cx="4807197" cy="2057506"/>
          </a:xfrm>
        </p:spPr>
      </p:pic>
      <p:pic>
        <p:nvPicPr>
          <p:cNvPr id="6" name="Imagen 5">
            <a:extLst>
              <a:ext uri="{FF2B5EF4-FFF2-40B4-BE49-F238E27FC236}">
                <a16:creationId xmlns:a16="http://schemas.microsoft.com/office/drawing/2014/main" id="{AD8B9A62-95B3-CA8E-B3E9-035B47288448}"/>
              </a:ext>
            </a:extLst>
          </p:cNvPr>
          <p:cNvPicPr>
            <a:picLocks noChangeAspect="1"/>
          </p:cNvPicPr>
          <p:nvPr/>
        </p:nvPicPr>
        <p:blipFill>
          <a:blip r:embed="rId3"/>
          <a:stretch>
            <a:fillRect/>
          </a:stretch>
        </p:blipFill>
        <p:spPr>
          <a:xfrm>
            <a:off x="274287" y="3697016"/>
            <a:ext cx="3340272" cy="1759040"/>
          </a:xfrm>
          <a:prstGeom prst="rect">
            <a:avLst/>
          </a:prstGeom>
        </p:spPr>
      </p:pic>
      <p:pic>
        <p:nvPicPr>
          <p:cNvPr id="7" name="Marcador de contenido 4">
            <a:extLst>
              <a:ext uri="{FF2B5EF4-FFF2-40B4-BE49-F238E27FC236}">
                <a16:creationId xmlns:a16="http://schemas.microsoft.com/office/drawing/2014/main" id="{BA1A1DEA-D6B7-6CE8-FCA1-E009775374DE}"/>
              </a:ext>
            </a:extLst>
          </p:cNvPr>
          <p:cNvPicPr>
            <a:picLocks noChangeAspect="1"/>
          </p:cNvPicPr>
          <p:nvPr/>
        </p:nvPicPr>
        <p:blipFill>
          <a:blip r:embed="rId4"/>
          <a:stretch>
            <a:fillRect/>
          </a:stretch>
        </p:blipFill>
        <p:spPr>
          <a:xfrm>
            <a:off x="3764552" y="3628072"/>
            <a:ext cx="3530781" cy="1447874"/>
          </a:xfrm>
          <a:prstGeom prst="rect">
            <a:avLst/>
          </a:prstGeom>
        </p:spPr>
      </p:pic>
      <p:pic>
        <p:nvPicPr>
          <p:cNvPr id="8" name="Imagen 7">
            <a:extLst>
              <a:ext uri="{FF2B5EF4-FFF2-40B4-BE49-F238E27FC236}">
                <a16:creationId xmlns:a16="http://schemas.microsoft.com/office/drawing/2014/main" id="{5C275650-B230-972F-6F4F-499EEFE289C4}"/>
              </a:ext>
            </a:extLst>
          </p:cNvPr>
          <p:cNvPicPr>
            <a:picLocks noChangeAspect="1"/>
          </p:cNvPicPr>
          <p:nvPr/>
        </p:nvPicPr>
        <p:blipFill>
          <a:blip r:embed="rId5"/>
          <a:stretch>
            <a:fillRect/>
          </a:stretch>
        </p:blipFill>
        <p:spPr>
          <a:xfrm>
            <a:off x="5282026" y="1552076"/>
            <a:ext cx="3587934" cy="1943200"/>
          </a:xfrm>
          <a:prstGeom prst="rect">
            <a:avLst/>
          </a:prstGeom>
        </p:spPr>
      </p:pic>
      <p:pic>
        <p:nvPicPr>
          <p:cNvPr id="9" name="Imagen 8">
            <a:extLst>
              <a:ext uri="{FF2B5EF4-FFF2-40B4-BE49-F238E27FC236}">
                <a16:creationId xmlns:a16="http://schemas.microsoft.com/office/drawing/2014/main" id="{E72CF325-A024-DCEB-DA4C-168E6851065C}"/>
              </a:ext>
            </a:extLst>
          </p:cNvPr>
          <p:cNvPicPr>
            <a:picLocks noChangeAspect="1"/>
          </p:cNvPicPr>
          <p:nvPr/>
        </p:nvPicPr>
        <p:blipFill>
          <a:blip r:embed="rId6"/>
          <a:stretch>
            <a:fillRect/>
          </a:stretch>
        </p:blipFill>
        <p:spPr>
          <a:xfrm>
            <a:off x="8869960" y="1609880"/>
            <a:ext cx="3225966" cy="1771741"/>
          </a:xfrm>
          <a:prstGeom prst="rect">
            <a:avLst/>
          </a:prstGeom>
        </p:spPr>
      </p:pic>
      <p:sp>
        <p:nvSpPr>
          <p:cNvPr id="10" name="CuadroTexto 9">
            <a:extLst>
              <a:ext uri="{FF2B5EF4-FFF2-40B4-BE49-F238E27FC236}">
                <a16:creationId xmlns:a16="http://schemas.microsoft.com/office/drawing/2014/main" id="{6ED08EBC-6950-89AF-E888-1F86B4A89F26}"/>
              </a:ext>
            </a:extLst>
          </p:cNvPr>
          <p:cNvSpPr txBox="1"/>
          <p:nvPr/>
        </p:nvSpPr>
        <p:spPr>
          <a:xfrm>
            <a:off x="3429000" y="5208742"/>
            <a:ext cx="6096000" cy="1477328"/>
          </a:xfrm>
          <a:prstGeom prst="rect">
            <a:avLst/>
          </a:prstGeom>
          <a:noFill/>
        </p:spPr>
        <p:txBody>
          <a:bodyPr wrap="square">
            <a:spAutoFit/>
          </a:bodyPr>
          <a:lstStyle/>
          <a:p>
            <a:r>
              <a:rPr lang="es-MX" dirty="0"/>
              <a:t>Posteriormente se diseñaron las tablas necesarias para el funcionamiento de la base de datos. Cada tabla fue creada con campos específicos para almacenar información relacionada con los distintos procesos de la refaccionaria, permitiendo una mejor organización de los datos.</a:t>
            </a:r>
          </a:p>
        </p:txBody>
      </p:sp>
    </p:spTree>
    <p:extLst>
      <p:ext uri="{BB962C8B-B14F-4D97-AF65-F5344CB8AC3E}">
        <p14:creationId xmlns:p14="http://schemas.microsoft.com/office/powerpoint/2010/main" val="945609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B01C6E-C8B5-27E5-A444-EE80F1F55ACF}"/>
              </a:ext>
            </a:extLst>
          </p:cNvPr>
          <p:cNvSpPr>
            <a:spLocks noGrp="1"/>
          </p:cNvSpPr>
          <p:nvPr>
            <p:ph type="title"/>
          </p:nvPr>
        </p:nvSpPr>
        <p:spPr/>
        <p:txBody>
          <a:bodyPr/>
          <a:lstStyle/>
          <a:p>
            <a:endParaRPr lang="es-MX"/>
          </a:p>
        </p:txBody>
      </p:sp>
      <p:pic>
        <p:nvPicPr>
          <p:cNvPr id="5" name="Marcador de contenido 4">
            <a:extLst>
              <a:ext uri="{FF2B5EF4-FFF2-40B4-BE49-F238E27FC236}">
                <a16:creationId xmlns:a16="http://schemas.microsoft.com/office/drawing/2014/main" id="{5C7176D7-9A8D-4CF7-562B-16CF0DCB58AA}"/>
              </a:ext>
            </a:extLst>
          </p:cNvPr>
          <p:cNvPicPr>
            <a:picLocks noGrp="1" noChangeAspect="1"/>
          </p:cNvPicPr>
          <p:nvPr>
            <p:ph idx="1"/>
          </p:nvPr>
        </p:nvPicPr>
        <p:blipFill>
          <a:blip r:embed="rId2"/>
          <a:stretch>
            <a:fillRect/>
          </a:stretch>
        </p:blipFill>
        <p:spPr>
          <a:xfrm>
            <a:off x="6695945" y="1890939"/>
            <a:ext cx="4657855" cy="4351338"/>
          </a:xfrm>
        </p:spPr>
      </p:pic>
      <p:sp>
        <p:nvSpPr>
          <p:cNvPr id="7" name="CuadroTexto 6">
            <a:extLst>
              <a:ext uri="{FF2B5EF4-FFF2-40B4-BE49-F238E27FC236}">
                <a16:creationId xmlns:a16="http://schemas.microsoft.com/office/drawing/2014/main" id="{7AF5DF5B-142A-56E0-1936-8AE6C085C105}"/>
              </a:ext>
            </a:extLst>
          </p:cNvPr>
          <p:cNvSpPr txBox="1"/>
          <p:nvPr/>
        </p:nvSpPr>
        <p:spPr>
          <a:xfrm>
            <a:off x="448837" y="2010771"/>
            <a:ext cx="6094140" cy="3416320"/>
          </a:xfrm>
          <a:prstGeom prst="rect">
            <a:avLst/>
          </a:prstGeom>
          <a:noFill/>
        </p:spPr>
        <p:txBody>
          <a:bodyPr wrap="square">
            <a:spAutoFit/>
          </a:bodyPr>
          <a:lstStyle/>
          <a:p>
            <a:r>
              <a:rPr lang="es-MX" dirty="0"/>
              <a:t>Una vez creadas las tablas y establecidas las claves foráneas, se generó el diagrama relacional de la base de datos </a:t>
            </a:r>
            <a:r>
              <a:rPr lang="es-MX" dirty="0" err="1"/>
              <a:t>AutoPartes</a:t>
            </a:r>
            <a:r>
              <a:rPr lang="es-MX" dirty="0"/>
              <a:t> Morales. En este diagrama se pueden observar las relaciones existentes entre las tablas Clientes, Productos, Proveedores, Empleados y Ventas. La tabla Ventas actúa como entidad principal de relación, conectando la información de los clientes, productos y empleados, mientras que la tabla Productos mantiene una relación con Proveedores para identificar el origen de cada refacción. Este modelo garantiza la integridad referencial y facilita la administración de la información dentro del sistema.</a:t>
            </a:r>
          </a:p>
        </p:txBody>
      </p:sp>
    </p:spTree>
    <p:extLst>
      <p:ext uri="{BB962C8B-B14F-4D97-AF65-F5344CB8AC3E}">
        <p14:creationId xmlns:p14="http://schemas.microsoft.com/office/powerpoint/2010/main" val="1695778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6D468B-5D65-3537-8931-68886C3D7CD1}"/>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0D32CF03-75B8-E82A-A14B-C067459D23DD}"/>
              </a:ext>
            </a:extLst>
          </p:cNvPr>
          <p:cNvSpPr>
            <a:spLocks noGrp="1"/>
          </p:cNvSpPr>
          <p:nvPr>
            <p:ph idx="1"/>
          </p:nvPr>
        </p:nvSpPr>
        <p:spPr/>
        <p:txBody>
          <a:bodyPr/>
          <a:lstStyle/>
          <a:p>
            <a:pPr marL="0" indent="0">
              <a:buNone/>
            </a:pPr>
            <a:r>
              <a:rPr lang="es-MX" dirty="0"/>
              <a:t>En conclusión, este banco de ejercicios permitió reforzar los conocimientos sobre PostgreSQL mediante la creación y administración de una base de datos para una refaccionaria. La implementación de tablas relacionadas y la ejecución de consultas SQL facilitaron la comprensión del funcionamiento de los sistemas gestores de bases de datos y la importancia de mantener organizada la información.</a:t>
            </a:r>
          </a:p>
        </p:txBody>
      </p:sp>
    </p:spTree>
    <p:extLst>
      <p:ext uri="{BB962C8B-B14F-4D97-AF65-F5344CB8AC3E}">
        <p14:creationId xmlns:p14="http://schemas.microsoft.com/office/powerpoint/2010/main" val="37463090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413</Words>
  <Application>Microsoft Office PowerPoint</Application>
  <PresentationFormat>Panorámica</PresentationFormat>
  <Paragraphs>32</Paragraphs>
  <Slides>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Aptos</vt:lpstr>
      <vt:lpstr>Aptos Display</vt:lpstr>
      <vt:lpstr>Arial</vt:lpstr>
      <vt:lpstr>Century Gothic</vt:lpstr>
      <vt:lpstr>Tema de Office</vt:lpstr>
      <vt:lpstr>Presentación de PowerPoint</vt:lpstr>
      <vt:lpstr>Introducción </vt:lpstr>
      <vt:lpstr>Justificación </vt:lpstr>
      <vt:lpstr>Se creó la base de datos AutoPartesMorales que servirá como contenedor principal para almacenar toda la información relacionada con clientes, productos, proveedores, empleados y ventas.</vt:lpstr>
      <vt:lpstr>Creacion de tablas </vt:lpstr>
      <vt:lpstr>Presentación de PowerPoint</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2</cp:revision>
  <dcterms:created xsi:type="dcterms:W3CDTF">2026-06-15T18:22:57Z</dcterms:created>
  <dcterms:modified xsi:type="dcterms:W3CDTF">2026-06-15T18:33:37Z</dcterms:modified>
</cp:coreProperties>
</file>