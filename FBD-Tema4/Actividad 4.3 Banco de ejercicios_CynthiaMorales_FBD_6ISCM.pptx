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1" r:id="rId7"/>
    <p:sldId id="262" r:id="rId8"/>
    <p:sldId id="259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6FDD7-5F1B-4B7C-D847-A2EB21096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B64F5E-8D6A-558A-0EFA-398FF6784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012ADC-804B-DB15-1186-760596C9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EA233E-94E1-6EE4-2392-0A97C701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C34F45-0A8F-A0D8-D7B1-E765D69B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164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60F70-20A5-1467-D8BB-4131B6E7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DD7800-175C-88A1-7389-F2473739F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407B0F-2D1B-7F90-AF7B-62871C49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28E82C-B3A3-2F94-04F5-1EE9E5BD0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580646-CC3E-D534-D64B-53169318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595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1AA2F-38E2-F941-2ECB-9107C4B3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9CB417-7668-1DEA-26D4-97BF43D89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48AD6B-57C7-6CAD-566E-BA6DBD49B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BF1854-4417-14FC-76BE-656B415E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D871A0-480B-C3FB-5465-9207F547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648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16C9B-8492-494B-337F-22ECF73B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E0966-3F0B-42CB-268A-A1595C342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77BB69-531D-95C0-E98B-41D96B1A1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F766C0-042A-66C7-6755-8E730CE1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462156-3B28-8E93-EF86-A7534D5FE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86151E-710C-4537-6767-AA130324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856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0A5AE-E964-5557-A88F-2F9E34E79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AF66EE-0B7D-B79A-737E-4A918347B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DE741C-3B5F-1E17-38DE-EA8355A89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21F546-2A60-2B20-38F8-3F476453A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C246804-7E20-8267-3A90-9071FCB1A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3E17E9-40DA-F8DA-E807-C994E6C6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D5F3A0-BB32-7A33-3898-B7EC3B94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C71F18-F3AE-51D8-DCEC-EEDFFE82E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7168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5732B-BDCE-B71F-9562-D35D89DF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E0F109-8139-6551-8D95-8B2B1630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A3FA52-07CE-70E4-45FF-9397D49A1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0140EF-1B28-1C7D-F197-85D2537D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2249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2B0F8F-936B-EB13-E354-D50279DD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76D869-3154-513D-22B9-FFBCDE77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0CF3ED-9B4C-FA5F-0435-47285D53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867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D4132-5C86-5350-E523-592F4E57A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F765AE-5B32-D685-F6AF-96CE1F09F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DF9910-68F2-89AC-104B-D1318A9E3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0E059A-1349-D75A-D398-08C8FE35E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3122BE-D5AE-C65F-2357-E1370860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4CE021-D2A2-666B-6ACB-9AA8A8916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8871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2F865-D226-F701-866D-8B634361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96D021-CDF2-D0A8-89BB-9BC85551D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692809-74FC-3E27-8604-0B728A0C0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CB901A-DDEE-B399-7AB7-5D11F037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1E6FDB-1015-AC6C-ED7A-5FBF4A96B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0A1F24-754C-1E4C-BDA3-4E152FB7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062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4739A-4C26-69D2-3014-4A44F8608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656BDF-ADB8-4AD9-EF44-57C5BACAA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E4D7D6-C60C-BBF4-A5D3-6793B980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B3C004-3184-C686-E6C2-9DCE1B4F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0CB0B2-D18F-B472-2762-FCD33212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1398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EBCBF1-659D-4349-F7C9-531FCC982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E2A8CE-9182-2B91-A6F7-8FD394DE5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CE291-FE8C-D07D-4CAC-EDE82D9C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30DF6D-4352-3D0E-F743-40541056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F4D136-9060-CCC7-1257-A58B4C38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280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AAF7C9-1D98-D61B-3FE0-2FF73E1C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4E9A3B-11F4-7922-47B4-552DD82F1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EAC9A0-8849-E04D-5940-00CE756D1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798E2-9D95-457A-87AD-9627D2331D50}" type="datetimeFigureOut">
              <a:rPr lang="es-MX" smtClean="0"/>
              <a:t>06/06/2026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3A0B4F-DF7A-FCFB-17DD-CF64C9513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64B3B4-E684-0858-8046-C9C9A882B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AC6DE-5C1E-4AAA-BBB5-C24A4609D2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78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63AECADB-55D4-0988-03DF-817AB6A640FF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Fundamentos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4.3 Banco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29 de Mayo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B7BC23D-324D-FBE8-6C90-03C49CD0F3DF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8FFD9F17-BCE9-0E2B-5DF5-50BD84A6C8BD}"/>
              </a:ext>
            </a:extLst>
          </p:cNvPr>
          <p:cNvGrpSpPr/>
          <p:nvPr/>
        </p:nvGrpSpPr>
        <p:grpSpPr>
          <a:xfrm>
            <a:off x="817249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110E7C9A-4E32-55B4-7557-0B125EE28C8C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A35D9198-6698-19E7-75F0-3EA667561019}"/>
              </a:ext>
            </a:extLst>
          </p:cNvPr>
          <p:cNvGrpSpPr/>
          <p:nvPr/>
        </p:nvGrpSpPr>
        <p:grpSpPr>
          <a:xfrm>
            <a:off x="9481236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9B13185-C25A-4C6B-6768-F098198DD3E6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37ABDA5A-1EEF-085C-6BE9-D03ECC7ACEE6}"/>
              </a:ext>
            </a:extLst>
          </p:cNvPr>
          <p:cNvGrpSpPr/>
          <p:nvPr/>
        </p:nvGrpSpPr>
        <p:grpSpPr>
          <a:xfrm>
            <a:off x="4307929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01ABA43-BACC-237D-DB8F-53CCA4D0B4AD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74388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BEE16-2C24-E65B-A027-484B637B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7F12CB-493B-6733-8CBE-EE17D5E07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En el presente banco de ejercicios se desarrolló una base de datos para una mercería aplicando el proceso de normalización. Se partió de una tabla no normalizada que contenía información repetida y posteriormente se reorganizaron los datos en diferentes tablas relacionadas. Esto permitió comprender la importancia de la normalización para mejorar la organización y administración de la información dentro de una base de datos relacional.</a:t>
            </a:r>
          </a:p>
        </p:txBody>
      </p:sp>
    </p:spTree>
    <p:extLst>
      <p:ext uri="{BB962C8B-B14F-4D97-AF65-F5344CB8AC3E}">
        <p14:creationId xmlns:p14="http://schemas.microsoft.com/office/powerpoint/2010/main" val="376856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BAC0C-B1F1-07E9-5B82-C6C2E8CE2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422EFE-99C9-4AB8-4264-990FB69BC2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7686" y="1998464"/>
            <a:ext cx="956330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/>
              <a:t>Este banco de ejercicios permitió aplicar los conocimientos relacionados con la normalización de bases de datos mediante PostgreSQL. A través de la separación de datos en distintas tablas fue posible reducir la redundancia de información, mejorar la integridad de los datos y facilitar las consultas dentro del sistema.</a:t>
            </a:r>
          </a:p>
        </p:txBody>
      </p:sp>
    </p:spTree>
    <p:extLst>
      <p:ext uri="{BB962C8B-B14F-4D97-AF65-F5344CB8AC3E}">
        <p14:creationId xmlns:p14="http://schemas.microsoft.com/office/powerpoint/2010/main" val="3937495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6CB5B3A-78E3-92C5-327E-D526F85E2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57" y="2326859"/>
            <a:ext cx="47135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 primer paso se creó la base de datos denominada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Normalizacion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Esta base de datos servirá como entorno de trabajo para aplicar las diferentes formas normales y reorganizar la información de la mercería.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96F682C-69FB-105C-1E8F-795F88DAA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944" y="155330"/>
            <a:ext cx="3921722" cy="2068376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63E6B05-2035-99B8-CA4E-66FCD346F102}"/>
              </a:ext>
            </a:extLst>
          </p:cNvPr>
          <p:cNvSpPr txBox="1"/>
          <p:nvPr/>
        </p:nvSpPr>
        <p:spPr>
          <a:xfrm>
            <a:off x="5486400" y="243297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creó la tabla </a:t>
            </a:r>
            <a:r>
              <a:rPr lang="es-MX" dirty="0" err="1"/>
              <a:t>RegistroMerceria</a:t>
            </a:r>
            <a:r>
              <a:rPr lang="es-MX" dirty="0"/>
              <a:t> para almacenar la información inicial de la mercería. En esta tabla se concentraron clientes, productos, empleados y ventas, permitiendo identificar la redundancia de datos antes de aplicar la normalización.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9C8E27C-5224-B7C6-A242-7F15FA601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653" y="24900"/>
            <a:ext cx="3900971" cy="235945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73BB3C6-67D9-C425-5E9E-D731197BCD0D}"/>
              </a:ext>
            </a:extLst>
          </p:cNvPr>
          <p:cNvSpPr txBox="1"/>
          <p:nvPr/>
        </p:nvSpPr>
        <p:spPr>
          <a:xfrm>
            <a:off x="576944" y="4418150"/>
            <a:ext cx="43978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Posteriormente se registraron diversos movimientos de la mercería mediante instrucciones SQL. Estos registros contienen información repetida que servirá para demostrar la necesidad de aplicar técnicas de normalización.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343679E-E881-12F6-BEE5-E9D6EB367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589" y="3874503"/>
            <a:ext cx="5579068" cy="294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1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D0648F2-B379-BC29-191A-9188254E393F}"/>
              </a:ext>
            </a:extLst>
          </p:cNvPr>
          <p:cNvSpPr txBox="1"/>
          <p:nvPr/>
        </p:nvSpPr>
        <p:spPr>
          <a:xfrm>
            <a:off x="457200" y="241819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Al consultar los registros se observó que varios datos aparecen repetidos en diferentes filas, como clientes, empleados y productos. Esta situación dificulta la administración de la información y puede provocar inconsistencias.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A4E44F3-A35F-FFB4-D243-C3F4B5A76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4" y="266131"/>
            <a:ext cx="3940629" cy="206580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32EAEE1-1F99-B0A1-80E7-74AC4BDA4469}"/>
              </a:ext>
            </a:extLst>
          </p:cNvPr>
          <p:cNvSpPr txBox="1"/>
          <p:nvPr/>
        </p:nvSpPr>
        <p:spPr>
          <a:xfrm>
            <a:off x="5878286" y="249322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Como parte de la Primera Forma Normal se creó la tabla Clientes, donde se almacenará únicamente la información de los compradores para evitar la repetición de datos.</a:t>
            </a:r>
          </a:p>
        </p:txBody>
      </p:sp>
      <p:pic>
        <p:nvPicPr>
          <p:cNvPr id="9" name="Marcador de contenido 4">
            <a:extLst>
              <a:ext uri="{FF2B5EF4-FFF2-40B4-BE49-F238E27FC236}">
                <a16:creationId xmlns:a16="http://schemas.microsoft.com/office/drawing/2014/main" id="{37AF359F-5A3C-F016-D377-51154136C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1800" y="283798"/>
            <a:ext cx="3671183" cy="2048134"/>
          </a:xfr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D31A50A-C8DA-923D-F049-A91CA7906776}"/>
              </a:ext>
            </a:extLst>
          </p:cNvPr>
          <p:cNvSpPr txBox="1"/>
          <p:nvPr/>
        </p:nvSpPr>
        <p:spPr>
          <a:xfrm>
            <a:off x="457200" y="575952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creó la tabla Empleados para registrar de forma independiente al personal que participa en las ventas realizadas dentro de la mercería.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4B02A16-9C59-DFB2-091E-FE36718AA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07" y="3994401"/>
            <a:ext cx="4383608" cy="166623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BFCB815-29D7-066B-EB05-17AD2B3C7FDD}"/>
              </a:ext>
            </a:extLst>
          </p:cNvPr>
          <p:cNvSpPr txBox="1"/>
          <p:nvPr/>
        </p:nvSpPr>
        <p:spPr>
          <a:xfrm>
            <a:off x="6379028" y="559873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tabla Productos fue diseñada para almacenar la información de los artículos comercializados por la mercería, incluyendo su categoría y precio.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6A7FAD0-0DBE-56F2-56EF-80DFD808F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322863"/>
            <a:ext cx="4383608" cy="190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FEE8FFA-6239-49F4-2EC8-B045A2A4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33" y="328780"/>
            <a:ext cx="3979560" cy="163064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F4F5BB0-D22D-33FA-9846-DACE9A5B1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140" y="157099"/>
            <a:ext cx="3979560" cy="2077888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80CCA677-05B0-C131-0D0A-15938D601258}"/>
              </a:ext>
            </a:extLst>
          </p:cNvPr>
          <p:cNvSpPr txBox="1"/>
          <p:nvPr/>
        </p:nvSpPr>
        <p:spPr>
          <a:xfrm>
            <a:off x="344533" y="2234987"/>
            <a:ext cx="4205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creó la tabla Inventario para controlar la cantidad disponible de cada producto y facilitar la administración del stock.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C176F2A-5048-3216-C297-C692B868F379}"/>
              </a:ext>
            </a:extLst>
          </p:cNvPr>
          <p:cNvSpPr txBox="1"/>
          <p:nvPr/>
        </p:nvSpPr>
        <p:spPr>
          <a:xfrm>
            <a:off x="4917622" y="2234987"/>
            <a:ext cx="6547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tabla Ventas almacena las operaciones realizadas en la mercería. En ella se relacionan clientes, productos y empleados mediante identificadores únicos.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976B6EB-EEF3-F843-9EC5-9126D00FF0A0}"/>
              </a:ext>
            </a:extLst>
          </p:cNvPr>
          <p:cNvSpPr txBox="1"/>
          <p:nvPr/>
        </p:nvSpPr>
        <p:spPr>
          <a:xfrm>
            <a:off x="344533" y="524580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Una vez creadas las tablas normalizadas se establecieron relaciones mediante claves foráneas. Estas relaciones permiten mantener la integridad referencial y garantizan la consistencia de los datos.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207FD3E-0AD0-9D1A-B635-A2D1EB308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76" y="3307873"/>
            <a:ext cx="6104257" cy="1928332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055B958-A678-A3C7-5039-854CDF95C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951" y="3442018"/>
            <a:ext cx="4496427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9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6F266058-D090-33D2-82EC-46240EA5B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7825"/>
            <a:ext cx="10515600" cy="1407432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Finalmente se realizó una consulta utilizando JOIN para integrar información proveniente de varias tablas. Esto permitió demostrar el correcto funcionamiento de la normalización aplicada.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989B08F-7CB6-46C4-D6AA-96DF50F10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15" y="1664730"/>
            <a:ext cx="8581168" cy="449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80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78A40-BF01-F5FD-C982-CD28776E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142C4D-6017-F88E-3B3B-87C021AD4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En conclusión, la normalización permitió transformar una tabla con información redundante en una estructura organizada compuesta por varias tablas relacionadas. Gracias a este proceso se redujo la duplicidad de datos, se mejoró la integridad de la información y se facilitó la realización de consultas dentro de la base de datos de la mercería.</a:t>
            </a:r>
          </a:p>
        </p:txBody>
      </p:sp>
    </p:spTree>
    <p:extLst>
      <p:ext uri="{BB962C8B-B14F-4D97-AF65-F5344CB8AC3E}">
        <p14:creationId xmlns:p14="http://schemas.microsoft.com/office/powerpoint/2010/main" val="14826691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561</Words>
  <Application>Microsoft Office PowerPoint</Application>
  <PresentationFormat>Panorámica</PresentationFormat>
  <Paragraphs>39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Presentación de PowerPoint</vt:lpstr>
      <vt:lpstr>Presentación de PowerPoint</vt:lpstr>
      <vt:lpstr>Presentación de PowerPoint</vt:lpstr>
      <vt:lpstr>Presentación de PowerPoint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4</cp:revision>
  <dcterms:created xsi:type="dcterms:W3CDTF">2026-06-07T01:24:34Z</dcterms:created>
  <dcterms:modified xsi:type="dcterms:W3CDTF">2026-06-07T04:01:47Z</dcterms:modified>
</cp:coreProperties>
</file>