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9" r:id="rId6"/>
    <p:sldId id="258" r:id="rId7"/>
    <p:sldId id="260" r:id="rId8"/>
    <p:sldId id="265" r:id="rId9"/>
    <p:sldId id="266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69816-F44D-359E-A568-82C3F5B2B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CFE68B-E3D1-DD42-8874-1B4253412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2B0336-1997-E327-ABA5-71804E8E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BE5E04-F80E-7EAF-2FE4-E66D4788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8026FA-64ED-D361-46FA-4032AC36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813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65B35-D921-D4F6-3F17-62724268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CC57A0-D2E6-FB0A-C1AB-C79102B38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F81C6C-D8CA-883D-127F-D5B03006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00FB4C-D793-F9B0-51C9-01D570E0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BAFDF8-B39C-3BB4-D663-0CEEFBD6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55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F519D-C3C7-8EAC-090C-4203229B7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01298A-297C-ECFC-77D7-68C3D387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08200B-E640-F1E1-42D2-F1421AF1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6E9E83-AF31-EF15-B021-ADEBD3AD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4364BF-D62A-0373-99C5-BEDEF4A5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894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18877-7872-71AC-A8D8-0B04CA53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4B3103-BB4F-CDE7-B972-30FB31768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F54BC8-614A-4B22-1AD0-6A7DB5FD1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BD1A4D-05C5-312E-8B4D-916C6138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A17C25-35CC-0AAF-1A03-0B589036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4CB5B8-1AA5-AE14-4073-3C3C1105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973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50900-760A-7C15-AC13-2B34FD8C8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AE8C77-A080-4DD2-8ED6-987DC275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2142C5-452F-FF50-BEAF-45BE1DF95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83DBD2-DA6B-4D66-1A18-FFCF001EC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6C1ABC-7004-6C5B-831B-92C5F1BE7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4F60B8-4DD5-83B5-9309-A61504D7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BD0EFA-A823-1A28-868A-FD58BF02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8B099A-92C5-A245-A9D8-51F75333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608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67E7B-FA61-E810-C525-B4577BC60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7CCEE9-0CF2-BF79-D15C-A637BAFE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769686-2C39-FCB1-303C-119E6D64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282CEF-3E95-E3DB-AEFE-AF0D83AEF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773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4D58E7-BEF6-E05E-D793-D1496D3D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761D13-688D-8B91-29AB-82306D10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235E4B-AA2A-BD6E-A92A-753FDFAE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836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E7A43-C382-A3FA-21A0-D9D4888E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D25B4D-F9A4-CE96-60F6-4DB512B1F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4F2594-AD8A-C26F-6E72-4B2895F47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59D620-8E8C-D6A2-6CFC-DF78B2A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DBEF78-FF03-6010-54AF-A738E6C4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077948-8E3E-E102-23FD-158C36AA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613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90E73-4F4C-325D-4CD9-A9140FB2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965202-BF89-CF14-EA54-E8911C244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218AB8-928E-C84E-037D-ECDD91556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0520DB-F5AC-BB7F-7A9B-33D4EC86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80A8E1-1061-AFF6-86AE-529DFB35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432379-A4A3-2AEE-D39F-9EA5658D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534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8D567-E495-089A-7A19-11306555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43E8E9-FF62-23FB-1056-F3065AC3B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2F6B3E-598D-130A-5EAD-D58E13B05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5D49BE-31C0-BE7C-1778-ED5BDD82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50D169-F585-2430-7B6A-93ADB93F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091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A09B4D-A2CE-2196-AEC8-7475CF47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23B2A9-76C8-296C-F1E9-DB443F968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C34908-2B9C-304C-A18D-177F6B46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D00CC4-2534-C1E1-1BE8-AB3A342F9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9A98F-202D-BB55-2C49-4ECEF9C2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156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D49D95-91BC-E793-E849-4F227D4BB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AC020-7353-919F-8E8E-BC58F750D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15B27E-C0AC-64AC-0A89-67D8039E9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6851F-086F-4008-932B-4FCCC8DE8C6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EB092-834E-C0E3-1053-043288FB2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270936-6251-F7C7-BA52-5FF60076E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68AB4-06AA-4191-98CE-307AE2608E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329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5C8698BD-F4A5-5E8D-DB95-CA372486E8F8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Fundamentos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2.3 Banco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07 de Mayo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05F822F-349F-27F6-15C9-A8101D8F03EC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5A9B0F5-E920-1890-0EC3-60A7D379B5A8}"/>
              </a:ext>
            </a:extLst>
          </p:cNvPr>
          <p:cNvGrpSpPr/>
          <p:nvPr/>
        </p:nvGrpSpPr>
        <p:grpSpPr>
          <a:xfrm>
            <a:off x="817249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18FFC4AA-5CF2-3A19-84AF-92845C3214DC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82536604-259B-20FE-3794-D00DAB5B9A85}"/>
              </a:ext>
            </a:extLst>
          </p:cNvPr>
          <p:cNvGrpSpPr/>
          <p:nvPr/>
        </p:nvGrpSpPr>
        <p:grpSpPr>
          <a:xfrm>
            <a:off x="9481236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E7E4C50-170F-F89B-4A4F-C61C4B46E9C4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8B3F7B70-AB38-45F9-B5E8-5411098C032F}"/>
              </a:ext>
            </a:extLst>
          </p:cNvPr>
          <p:cNvGrpSpPr/>
          <p:nvPr/>
        </p:nvGrpSpPr>
        <p:grpSpPr>
          <a:xfrm>
            <a:off x="4307929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4CD256FD-BA08-089A-B631-EE78D08EFF1D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3980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286FE-7035-088C-AAA2-A14945C8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87828E-493A-E51B-F3B9-AB9030B2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En el presente banco de ejercicios se desarrolló una base de datos para una farmacia utilizando PostgreSQL. Se diseñaron las tablas Empleados, Productos y Ventas, estableciendo relaciones entre ellas mediante claves primarias y claves foráneas. Esto permitió comprender la importancia de la integridad referencial dentro de una base de datos relacional.</a:t>
            </a:r>
          </a:p>
        </p:txBody>
      </p:sp>
    </p:spTree>
    <p:extLst>
      <p:ext uri="{BB962C8B-B14F-4D97-AF65-F5344CB8AC3E}">
        <p14:creationId xmlns:p14="http://schemas.microsoft.com/office/powerpoint/2010/main" val="418354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2D451-91D6-5D6B-99D3-B230B20B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E9DFF9-8260-F8FA-9CE4-768A8B562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Este banco de ejercicios permitió aplicar los conocimientos relacionados con el diseño relacional de bases de datos. A través de la creación de relaciones entre tablas se comprendió cómo organizar la información de manera eficiente y evitar redundancias en el almacenamiento de datos.</a:t>
            </a:r>
          </a:p>
        </p:txBody>
      </p:sp>
    </p:spTree>
    <p:extLst>
      <p:ext uri="{BB962C8B-B14F-4D97-AF65-F5344CB8AC3E}">
        <p14:creationId xmlns:p14="http://schemas.microsoft.com/office/powerpoint/2010/main" val="293981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110D0-2B1F-77B2-EB92-CF92B6F8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MX" sz="2800" dirty="0"/>
              <a:t>La tabla Empleados almacena la información del personal que labora en la farmacia. Cada empleado cuenta con un identificador único que permite relacionarlo con las ventas realizadas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0463E0-55C5-E591-785A-79A45B26B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4661" y="1690688"/>
            <a:ext cx="2701419" cy="43513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7035A8C-E4A0-F33E-07F9-839CD487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07" y="2115657"/>
            <a:ext cx="4018460" cy="2123355"/>
          </a:xfrm>
          <a:prstGeom prst="rect">
            <a:avLst/>
          </a:prstGeom>
        </p:spPr>
      </p:pic>
      <p:pic>
        <p:nvPicPr>
          <p:cNvPr id="3" name="Marcador de contenido 4">
            <a:extLst>
              <a:ext uri="{FF2B5EF4-FFF2-40B4-BE49-F238E27FC236}">
                <a16:creationId xmlns:a16="http://schemas.microsoft.com/office/drawing/2014/main" id="{AB5D4C19-9A86-8039-D28E-D4C27A0E9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287" y="1967139"/>
            <a:ext cx="3931374" cy="242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9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13C86-F9FF-1D88-F604-54041156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MX" sz="2000" dirty="0"/>
              <a:t>La tabla Productos contiene la información de los medicamentos y artículos disponibles para la venta. Cada producto posee un identificador único utilizado para relacionarlo con las operaciones registradas en la tabla Ventas.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77BE5E5-B665-378A-A8B5-FBF97170B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30188" y="1928644"/>
            <a:ext cx="2753109" cy="4058216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82DE7B-6D4C-5B76-E0BC-3C3F8826D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1" y="1917758"/>
            <a:ext cx="4807838" cy="243774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85B88B5-9461-C224-E8EC-AF1F725E2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770" y="2053750"/>
            <a:ext cx="3533876" cy="216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6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1E3D4-8185-C91E-B5D6-4437FAE41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MX" sz="2000" dirty="0"/>
              <a:t>La tabla Ventas registra las transacciones realizadas en la farmacia. Esta tabla incluye referencias al empleado que realizó la venta y al producto vendido, convirtiéndose en el punto de unión entre las demás tablas.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1E3D4A4-9141-3E05-3092-4DB4A0A02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9477" y="1943607"/>
            <a:ext cx="3019846" cy="4115374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B8D9EC-185F-18FC-466C-1F5169EA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64" y="2305279"/>
            <a:ext cx="4601167" cy="241447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C773814-AD05-BB66-78D6-21E0E490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023" y="2305279"/>
            <a:ext cx="3853320" cy="235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97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13DEA-05D9-C743-31F9-5AFF1C6D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Relaciones entre tablas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3C39E16-1069-494D-0144-6DA7F4554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213" y="1690688"/>
            <a:ext cx="8218717" cy="4351338"/>
          </a:xfr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6565943-E9A2-FFA8-3D80-5E3C931165D5}"/>
              </a:ext>
            </a:extLst>
          </p:cNvPr>
          <p:cNvSpPr txBox="1"/>
          <p:nvPr/>
        </p:nvSpPr>
        <p:spPr>
          <a:xfrm>
            <a:off x="8735787" y="1863022"/>
            <a:ext cx="3303813" cy="2937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La relación establecida indica que un empleado puede realizar muchas ventas, mientras que cada venta corresponde a un único empleado. De igual manera, un producto puede participar en múltiples ventas, mientras que cada venta registra un solo producto.</a:t>
            </a:r>
          </a:p>
        </p:txBody>
      </p:sp>
    </p:spTree>
    <p:extLst>
      <p:ext uri="{BB962C8B-B14F-4D97-AF65-F5344CB8AC3E}">
        <p14:creationId xmlns:p14="http://schemas.microsoft.com/office/powerpoint/2010/main" val="139000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3C7F5-4B80-5363-B273-96EAD2A2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2" y="746125"/>
            <a:ext cx="5257800" cy="1325563"/>
          </a:xfrm>
        </p:spPr>
        <p:txBody>
          <a:bodyPr>
            <a:noAutofit/>
          </a:bodyPr>
          <a:lstStyle/>
          <a:p>
            <a:pPr algn="just"/>
            <a:r>
              <a:rPr lang="es-MX" sz="2400" dirty="0"/>
              <a:t>Las claves foráneas permiten mantener la integridad referencial, asegurando que las ventas registradas correspondan únicamente a empleados y productos existentes.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2F2FA63-D14F-796E-FE87-A8280B8DC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805" y="2702970"/>
            <a:ext cx="5934903" cy="302937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71F4D6-08E3-4175-FA22-7AEBEF65A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914" y="1961084"/>
            <a:ext cx="4669972" cy="403694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0C92A06-D2DC-42CB-E008-DED54BE05EFE}"/>
              </a:ext>
            </a:extLst>
          </p:cNvPr>
          <p:cNvSpPr txBox="1"/>
          <p:nvPr/>
        </p:nvSpPr>
        <p:spPr>
          <a:xfrm>
            <a:off x="6276708" y="376011"/>
            <a:ext cx="49355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Mediante consultas JOIN es posible combinar información de varias tablas para obtener reportes más completos y útiles para la administración de la farmacia.</a:t>
            </a:r>
          </a:p>
        </p:txBody>
      </p:sp>
    </p:spTree>
    <p:extLst>
      <p:ext uri="{BB962C8B-B14F-4D97-AF65-F5344CB8AC3E}">
        <p14:creationId xmlns:p14="http://schemas.microsoft.com/office/powerpoint/2010/main" val="2165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19C38-3E85-8FC9-3245-37F52FCE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2AE73B-90D8-901C-9C40-63513AE25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En conclusión, este banco de ejercicios permitió comprender la importancia de las relaciones entre tablas dentro de una base de datos relacional. El uso de claves primarias y foráneas facilitó la organización de la información y garantizó la integridad de los datos almacenados. Además, se reforzó el uso de consultas SQL para obtener información relacionada entre diferentes entidades del sistema.</a:t>
            </a:r>
          </a:p>
        </p:txBody>
      </p:sp>
    </p:spTree>
    <p:extLst>
      <p:ext uri="{BB962C8B-B14F-4D97-AF65-F5344CB8AC3E}">
        <p14:creationId xmlns:p14="http://schemas.microsoft.com/office/powerpoint/2010/main" val="1626884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431</Words>
  <Application>Microsoft Office PowerPoint</Application>
  <PresentationFormat>Panorámica</PresentationFormat>
  <Paragraphs>35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La tabla Empleados almacena la información del personal que labora en la farmacia. Cada empleado cuenta con un identificador único que permite relacionarlo con las ventas realizadas</vt:lpstr>
      <vt:lpstr>La tabla Productos contiene la información de los medicamentos y artículos disponibles para la venta. Cada producto posee un identificador único utilizado para relacionarlo con las operaciones registradas en la tabla Ventas.</vt:lpstr>
      <vt:lpstr>La tabla Ventas registra las transacciones realizadas en la farmacia. Esta tabla incluye referencias al empleado que realizó la venta y al producto vendido, convirtiéndose en el punto de unión entre las demás tablas.</vt:lpstr>
      <vt:lpstr>Relaciones entre tablas</vt:lpstr>
      <vt:lpstr>Las claves foráneas permiten mantener la integridad referencial, asegurando que las ventas registradas correspondan únicamente a empleados y productos existentes.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2</cp:revision>
  <dcterms:created xsi:type="dcterms:W3CDTF">2026-06-04T00:08:14Z</dcterms:created>
  <dcterms:modified xsi:type="dcterms:W3CDTF">2026-06-04T01:01:35Z</dcterms:modified>
</cp:coreProperties>
</file>