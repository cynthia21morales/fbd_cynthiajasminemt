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73A9A-D225-F4B1-1B86-0EBA285DA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13558B-9908-1282-632C-C88928096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1EFFC6-3429-7ECE-CABF-0622D6BB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556C99-B965-2942-F130-8F250822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ADF44D-7C52-58DA-2E6B-FD4BAD50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886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F106C-1E83-D11B-FAB3-D6F973D4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5678EC-E7DD-DED9-ABB5-96B50D048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5DDE90-07A8-F1BB-562B-E97219FE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139559-FB9A-052F-377F-E9D2FD20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EAB3C2-B6FC-FC20-FD50-614E5E02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85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C556A-EDB2-1A69-E5EC-80AEDFE4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3EE02B-E6C9-DC9C-EAB6-8D85A0618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0A4B6F-1E1C-6386-006F-09218A15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79043C-BA68-F035-7979-775F57983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3196A4-759D-5548-86D8-55BD3B56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070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5D65F-7115-0718-1CD8-0E93EE85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5C23D2-F2B1-442E-F76A-6F417E954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67E9F6-B38C-B697-88C2-475B176E6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E9755-CD5F-3856-A9D1-08EB5DFB3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CFEA0D-E63D-FC5D-ADF3-A7A81DF8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AC9613-1D81-215D-1584-68284BA96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3297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09F4D-0CA7-DE8F-AC63-830F750A6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7B7811-5F50-77F2-FD13-D370E6196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7B21F7-7243-3C66-4182-3059F2B43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71C9A5B-DC12-9DDC-61A4-EBF8FF9F7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734E75-C3A7-63D9-C36C-A72F91755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2F6813-2B46-A0AE-0B2F-5288F3D1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0D79A0-4BF0-225D-5AC9-859419CD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2D4C80-6025-4704-F3D0-B6CB932F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203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1270D-2DF7-BB48-DC08-7A5A6F188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233BFC-1DD1-37E9-E8A0-A0AC0AA0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52C5B8-6EC5-AD99-9E3E-029D5809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682D1F-6AD0-08C1-394A-3CDBF539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638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E018FD-D75E-D3D4-AC45-C93A0101D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DFC04C7-FDD9-6BEB-0F11-9435D73C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3F8C21-C594-99B4-76E6-F48CA7A0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03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5CB35-6AC1-2D92-340D-2362A9D7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F03880-4FA7-D6E6-DA16-C7482306C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12E08A-F9C9-E3B9-AAF8-D9F9DEB31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403A42-3BFE-E6A3-1733-A54B99E4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889794-DBB7-5D46-3FD2-78502FDB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0E178-48E9-037E-A2D9-32155806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85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5C1FD-E095-9CCD-41B7-6874B3123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9A916A-87A6-6820-3797-A81CB0A68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59F3B3-A315-5F1E-CA13-F58BE3D5F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0B447A-8A57-93E4-EB4A-544C0B3E3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DE9AC9-D206-6BDC-0507-1B9DB5474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B74560-B5A4-EFC7-611A-361CB286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84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8D845-63DD-DE79-0150-20236FCFF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68FE52-D10E-1D8B-BD4F-55CAB0DF9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EACB51-4283-008D-26D9-1389E055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A74B52-68AC-A3E3-201A-4DD2B034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EBDF0E-1ACF-8C3F-0F58-B0DA93617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852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9CA64E-E18D-1F0C-DF0A-5B7850142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5417D6-CC2E-D264-3BA8-DF92FFF80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307FF9-8D1A-FEAE-22E4-6C7C89EC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074350-989C-B444-A368-59C8FCD6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E5995B-8DEA-4E41-6819-4752F779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392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563E94-A15A-CD9B-3EC3-90DDB6DD6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654E78-9138-0DC3-3099-DF14C7951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1F051-3785-9A73-0969-DB64F6188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F7E50-4F1D-465E-A62D-9FA9EDB9C9A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52F482-D89F-B170-1158-55FBA7310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817C20-D831-2CC0-C30A-9EDFA556F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FA37DB-8D2B-4932-B846-ABAB83EBD2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3228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B5DB53EC-FBC4-04F9-BFA8-D2A8F58105A7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Fundamentos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2.2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03 de Mayo 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F4978A4E-03FF-52C7-6047-E6DDEC4EA148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1C5AC8D-48F1-59E3-B7AB-0A8A26F6B326}"/>
              </a:ext>
            </a:extLst>
          </p:cNvPr>
          <p:cNvGrpSpPr/>
          <p:nvPr/>
        </p:nvGrpSpPr>
        <p:grpSpPr>
          <a:xfrm>
            <a:off x="523335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4F6781DC-175D-773C-ADEC-18DF7ED1BCA0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A7083A97-FA3D-C011-3CFF-4C4C7C7657DE}"/>
              </a:ext>
            </a:extLst>
          </p:cNvPr>
          <p:cNvGrpSpPr/>
          <p:nvPr/>
        </p:nvGrpSpPr>
        <p:grpSpPr>
          <a:xfrm>
            <a:off x="9187322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513A014-F0EA-37A6-E61F-4422087B5DA5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495FA445-FB92-0E73-6FAB-980E18382443}"/>
              </a:ext>
            </a:extLst>
          </p:cNvPr>
          <p:cNvGrpSpPr/>
          <p:nvPr/>
        </p:nvGrpSpPr>
        <p:grpSpPr>
          <a:xfrm>
            <a:off x="4014015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8F91C6A-FD07-2805-0232-587C9136B274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7213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75D44-2FE8-88B5-C30D-F26B54240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75E10E-33EC-0CA4-4EFB-9397D24A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En esta práctica se trabajó con la creación y relación de tablas dentro de PostgreSQL utilizando </a:t>
            </a:r>
            <a:r>
              <a:rPr lang="es-MX" sz="2400" dirty="0" err="1"/>
              <a:t>pgAdmin</a:t>
            </a:r>
            <a:r>
              <a:rPr lang="es-MX" sz="2400" dirty="0"/>
              <a:t>. Se diseñó una base de datos para una farmacia compuesta por las tablas Empleados, Productos y Ventas. Mediante el uso de claves primarias y claves foráneas fue posible establecer relaciones entre las tablas para garantizar la integridad y organización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48935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33D17-6843-2D20-6785-B118A68D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F524D-9478-ABC0-2A4E-58D2D4BD5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La práctica permitió comprender la importancia de las relaciones entre tablas dentro de una base de datos relacional. El uso de claves primarias y foráneas facilita la organización de los datos, evita duplicidades y permite realizar consultas más eficientes. Estos conocimientos son fundamentales para el desarrollo de sistemas informáticos que utilizan bases de datos.</a:t>
            </a:r>
          </a:p>
        </p:txBody>
      </p:sp>
    </p:spTree>
    <p:extLst>
      <p:ext uri="{BB962C8B-B14F-4D97-AF65-F5344CB8AC3E}">
        <p14:creationId xmlns:p14="http://schemas.microsoft.com/office/powerpoint/2010/main" val="175603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07DC9-1233-BE09-AD53-0316C535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000" dirty="0"/>
              <a:t>Se creó la tabla Empleados para almacenar la información del personal de la farmacia. Entre los campos definidos se encuentran el identificador del empleado, nombre, apellido, puesto, teléfono, correo electrónico, salario y fecha de ingreso.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E0B9FB-80F8-E0C3-405A-FBC6B8D6D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789" y="1690688"/>
            <a:ext cx="8084411" cy="499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5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97E5451-BC58-65A4-3837-B790B7883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170072"/>
            <a:ext cx="9231086" cy="558490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DDFDA94-550B-CBDA-D42F-C2BEC5E83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92013" y="444140"/>
            <a:ext cx="104079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800"/>
              <a:t>La tabla Productos fue diseñada para registrar los medicamentos y artículos disponibles en la farmacia. Se incluyeron atributos como identificador, nombre, categoría, precio, stock, fecha de caducidad y proveedor.</a:t>
            </a:r>
          </a:p>
        </p:txBody>
      </p:sp>
    </p:spTree>
    <p:extLst>
      <p:ext uri="{BB962C8B-B14F-4D97-AF65-F5344CB8AC3E}">
        <p14:creationId xmlns:p14="http://schemas.microsoft.com/office/powerpoint/2010/main" val="1439596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7DD35-3041-E829-2A67-82CCC019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000" dirty="0"/>
              <a:t>La tabla Ventas permite registrar las operaciones realizadas dentro de la farmacia. En ella se almacenan datos como identificador de venta, empleado responsable, producto vendido, cantidad, precio unitario, total y fecha de venta.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B6FC01F-D3A1-0B7B-FF20-98CFFC0C6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9683" y="1570275"/>
            <a:ext cx="8316688" cy="5086188"/>
          </a:xfrm>
        </p:spPr>
      </p:pic>
    </p:spTree>
    <p:extLst>
      <p:ext uri="{BB962C8B-B14F-4D97-AF65-F5344CB8AC3E}">
        <p14:creationId xmlns:p14="http://schemas.microsoft.com/office/powerpoint/2010/main" val="1040532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F57681C-CA48-DACC-6E6B-958C4EF3C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2966" y="573863"/>
            <a:ext cx="1118606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/>
              <a:t>Después de la creación de las tablas se realizaron pruebas de inserción de datos para verificar el correcto funcionamiento de la estructura diseñada.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EE77B95-2986-3CBC-B04F-784DB8A4D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399" y="1417165"/>
            <a:ext cx="4038600" cy="1417910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DA4FDCB-7E06-14FB-CE4F-F51A1BD3A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7" y="2835075"/>
            <a:ext cx="6798654" cy="1502227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BE17B7F0-10C2-4B68-91EC-B5D69D7335D7}"/>
              </a:ext>
            </a:extLst>
          </p:cNvPr>
          <p:cNvGrpSpPr/>
          <p:nvPr/>
        </p:nvGrpSpPr>
        <p:grpSpPr>
          <a:xfrm>
            <a:off x="7092000" y="1286423"/>
            <a:ext cx="4947600" cy="3117751"/>
            <a:chOff x="7092000" y="1286423"/>
            <a:chExt cx="4947600" cy="3117751"/>
          </a:xfrm>
        </p:grpSpPr>
        <p:pic>
          <p:nvPicPr>
            <p:cNvPr id="7" name="Marcador de contenido 4">
              <a:extLst>
                <a:ext uri="{FF2B5EF4-FFF2-40B4-BE49-F238E27FC236}">
                  <a16:creationId xmlns:a16="http://schemas.microsoft.com/office/drawing/2014/main" id="{78A369A7-07B1-D835-7460-7E55DB205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92000" y="1286423"/>
              <a:ext cx="4947599" cy="1711327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3B0805B-688F-1081-1C4B-ED20A1805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92001" y="2997750"/>
              <a:ext cx="4947599" cy="1406424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F1F7CF-C64A-EA61-177B-CA9BE0D4B3D0}"/>
              </a:ext>
            </a:extLst>
          </p:cNvPr>
          <p:cNvGrpSpPr/>
          <p:nvPr/>
        </p:nvGrpSpPr>
        <p:grpSpPr>
          <a:xfrm>
            <a:off x="502966" y="4472719"/>
            <a:ext cx="11078309" cy="2310251"/>
            <a:chOff x="236729" y="4404174"/>
            <a:chExt cx="11078309" cy="2310251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6E8DFB6A-399E-3E45-8042-A540027FF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6729" y="4404174"/>
              <a:ext cx="6022557" cy="2275934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FCC6AEF-C568-8E2D-E3CB-1E1DA02E3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09479" y="5003098"/>
              <a:ext cx="6205559" cy="17113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685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FB7BC-4FB3-917B-C050-D0817BFB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000" dirty="0"/>
              <a:t>Se ejecutaron consultas básicas para visualizar la información almacenada en cada tabla y comprobar que los registros se guardaron correctamente.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95B0C49-08CF-139F-6127-1024C672A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717" y="1825625"/>
            <a:ext cx="8316565" cy="4351338"/>
          </a:xfrm>
        </p:spPr>
      </p:pic>
    </p:spTree>
    <p:extLst>
      <p:ext uri="{BB962C8B-B14F-4D97-AF65-F5344CB8AC3E}">
        <p14:creationId xmlns:p14="http://schemas.microsoft.com/office/powerpoint/2010/main" val="750868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9353F-714A-D66D-6307-C7A9B1238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90879E-FCAC-6CAE-F762-B55ADC8BD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En conclusión, la práctica permitió aplicar los conocimientos relacionados con la creación y administración de tablas en PostgreSQL. Se logró diseñar una estructura básica para una farmacia, definiendo adecuadamente los campos y tipos de datos necesarios para almacenar información de empleados, productos y ventas.</a:t>
            </a:r>
          </a:p>
        </p:txBody>
      </p:sp>
    </p:spTree>
    <p:extLst>
      <p:ext uri="{BB962C8B-B14F-4D97-AF65-F5344CB8AC3E}">
        <p14:creationId xmlns:p14="http://schemas.microsoft.com/office/powerpoint/2010/main" val="3290460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4330</TotalTime>
  <Words>408</Words>
  <Application>Microsoft Office PowerPoint</Application>
  <PresentationFormat>Panorámica</PresentationFormat>
  <Paragraphs>33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</vt:lpstr>
      <vt:lpstr>Se creó la tabla Empleados para almacenar la información del personal de la farmacia. Entre los campos definidos se encuentran el identificador del empleado, nombre, apellido, puesto, teléfono, correo electrónico, salario y fecha de ingreso.</vt:lpstr>
      <vt:lpstr>La tabla Productos fue diseñada para registrar los medicamentos y artículos disponibles en la farmacia. Se incluyeron atributos como identificador, nombre, categoría, precio, stock, fecha de caducidad y proveedor.</vt:lpstr>
      <vt:lpstr>La tabla Ventas permite registrar las operaciones realizadas dentro de la farmacia. En ella se almacenan datos como identificador de venta, empleado responsable, producto vendido, cantidad, precio unitario, total y fecha de venta.</vt:lpstr>
      <vt:lpstr>Después de la creación de las tablas se realizaron pruebas de inserción de datos para verificar el correcto funcionamiento de la estructura diseñada.</vt:lpstr>
      <vt:lpstr>Se ejecutaron consultas básicas para visualizar la información almacenada en cada tabla y comprobar que los registros se guardaron correctamente.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3</cp:revision>
  <dcterms:created xsi:type="dcterms:W3CDTF">2026-05-31T23:16:09Z</dcterms:created>
  <dcterms:modified xsi:type="dcterms:W3CDTF">2026-06-04T00:45:13Z</dcterms:modified>
</cp:coreProperties>
</file>