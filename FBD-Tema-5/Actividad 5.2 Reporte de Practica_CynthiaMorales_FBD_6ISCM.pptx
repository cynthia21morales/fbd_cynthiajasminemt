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7E579-9B13-716A-3580-5FC6C98F2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DAC4E1-A7E2-7F7A-2372-4D42503AD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F42B2-CA7C-2371-D827-8A54F75D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5E5D3-9F4C-AAAF-A664-1890B733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8DDE9-FDB4-586E-851C-82954E82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823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B3A3-858F-30D3-E484-FC2E5A26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696291-6C9F-0BBB-6F8C-5F9CFF9C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5AF34-E906-7164-E195-A0289CBD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323BA-4A6A-CE62-B5CA-4E5FE100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68920-A5CF-F4FC-50AC-C8C9EBE1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953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224AB-91F4-FBEC-8BAB-5DFB5318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AE0D4A-57F2-12F3-746D-443BF9CFA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D995F-00AE-FF4A-728C-A8189389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01C5F2-7B14-8015-6152-4409CF5F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26C89-0C40-7E70-84C8-9F73B78F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955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03EED-A8B9-F730-A283-EB671CA4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DE35AE-A1A1-8388-E182-754B1BF22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90429F-8607-542F-99E5-D2E7F7E99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6C6549-59B9-13EC-4737-64570A39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6F7CB1-A35E-5751-5FF4-4BC5762C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EF7346-A473-20A1-1922-97A8FF47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22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83D48-74E7-7813-7173-EBC96C84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23476-1C2B-105E-24A7-91C0F46A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F374FF-79D5-1B07-597C-184482A5D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5FAF29-8DFF-7C04-BDE4-8A9671ED7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A6F8EB-C169-5C27-DE9C-0DA196CB5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FD9A00-74E0-1B91-DF52-88E8A524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3566F6-07F7-E0BA-661F-0F8D46C4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28085D-5347-F065-DDF7-E07D4D00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629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191E1-820A-E37F-0233-5F611A65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E4D779-8595-C73C-1954-979C4D63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70231E-3193-E5D1-4CF4-52A87B79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9C9DDA-8CA5-1FA2-F49E-23973B93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314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DB99AF-300E-72F4-76EE-1CE058EF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0C819C-FBE5-EB42-CF05-A7A036DD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2E57B-CA9F-011F-111D-C2C4E387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171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CA92-19C0-0FCF-EA98-2B8A4637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E1F4B-81C9-9920-D8C1-4D3727652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A9FDDF-77C6-6616-3A25-49D2448BD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AE2B60-3AE8-8BA3-CF5A-7C0855F7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588B2E-7180-24FE-DCE7-F03BE323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1181F4-42B8-152A-66B3-73B6D6B6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066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F8790-0008-24F6-80B0-A59DE3AC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584A3A-111D-052D-C978-88E5DF0D4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FB3B3E-F389-32AD-5D2B-6B625907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458AD9-2581-608F-5FD0-02ADBFA4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3E3D39-BE47-B213-03A2-7F6E6CDC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124C18-5BA4-AAA7-F7FF-6BE6A636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244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368A9-72C3-9C9A-366C-EEC82587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E391E6-D176-B25E-947E-B4AF2C471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2A4578-2992-5241-9E94-83D7EF20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20467C-20ED-257B-19C8-C4D49C38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D5DE1E-459E-93EC-3AA0-C017475A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501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95CDCB-48FE-3051-CEEF-5C94E4F17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E3848-EE14-DCF1-ED5D-A1B8F47B5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9378C-E944-4C64-4C68-DD6AD61E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734F94-ED89-01C6-5B65-79110FC9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723C5-34E4-9B9C-5D15-8EDB54E7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709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556E33-ED03-73AF-81D3-58D9859C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C12F7F-F05A-4027-52B3-075FC7CCD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D30FFF-7174-6538-A0E3-6EE9B83CE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F04F0-8A9F-4636-AC33-651DCF5F9B90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E37A83-0C18-64CA-9F9F-CA8857A85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6F9F3F-E438-7D82-7568-E721C977A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F1930-4F34-423F-99A0-CBD99714C61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894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275718B9-30F3-9942-87CB-5CE701EFE6EF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Fundamentos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5.2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07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junio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E5E1D1C-45EA-4188-330D-E9808E5D848D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5E60587-EDBB-6264-7045-FCDE156AF0D5}"/>
              </a:ext>
            </a:extLst>
          </p:cNvPr>
          <p:cNvGrpSpPr/>
          <p:nvPr/>
        </p:nvGrpSpPr>
        <p:grpSpPr>
          <a:xfrm>
            <a:off x="817249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88AAFCD-FA65-017B-6215-426FF587AAE4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3F54311F-7EF6-B61A-F4F9-F00ADDA147CE}"/>
              </a:ext>
            </a:extLst>
          </p:cNvPr>
          <p:cNvGrpSpPr/>
          <p:nvPr/>
        </p:nvGrpSpPr>
        <p:grpSpPr>
          <a:xfrm>
            <a:off x="9481236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A247F65-3F56-2EC4-D6F6-D4221847403F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E06060A3-7CD7-B053-6AB2-6C210D2FCAD4}"/>
              </a:ext>
            </a:extLst>
          </p:cNvPr>
          <p:cNvGrpSpPr/>
          <p:nvPr/>
        </p:nvGrpSpPr>
        <p:grpSpPr>
          <a:xfrm>
            <a:off x="4307929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AD195A2-0DF6-375D-C178-CE5DF2045BB3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2079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7A535-921A-7852-5701-688EAF53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848FF2-1F7C-1640-409E-86C00AEC4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En la presente práctica se desarrolló una base de datos para una clínica veterinaria denominada Patitas Felices utilizando PostgreSQL y </a:t>
            </a:r>
            <a:r>
              <a:rPr lang="es-MX" dirty="0" err="1"/>
              <a:t>pgAdmin</a:t>
            </a:r>
            <a:r>
              <a:rPr lang="es-MX" dirty="0"/>
              <a:t>. El objetivo fue diseñar una estructura organizada para almacenar información relacionada con dueños, mascotas, veterinarios, medicamentos, consultas y tratamientos. A través de la creación de tablas y relaciones se fortalecieron los conocimientos sobre el diseño y administración de bases de datos relacionales.</a:t>
            </a:r>
          </a:p>
        </p:txBody>
      </p:sp>
    </p:spTree>
    <p:extLst>
      <p:ext uri="{BB962C8B-B14F-4D97-AF65-F5344CB8AC3E}">
        <p14:creationId xmlns:p14="http://schemas.microsoft.com/office/powerpoint/2010/main" val="15424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F6ACF-AC65-16BF-8B07-B8F38E34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Justificacion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CD5CA4-D3B0-16AC-2D11-E9A208D29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realización de esta práctica permitió aplicar los conceptos fundamentales relacionados con la creación y gestión de bases de datos. Mediante el diseño de una estructura organizada fue posible almacenar y relacionar información de manera eficiente, facilitando el control de los registros y garantizando la integridad de los datos dentro del sistema veterinario.</a:t>
            </a:r>
          </a:p>
        </p:txBody>
      </p:sp>
    </p:spTree>
    <p:extLst>
      <p:ext uri="{BB962C8B-B14F-4D97-AF65-F5344CB8AC3E}">
        <p14:creationId xmlns:p14="http://schemas.microsoft.com/office/powerpoint/2010/main" val="169143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38B7A-91C7-E179-0D26-AB216CDB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42BEDD7-898B-2687-BBB9-FC3E8BD05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4786"/>
            <a:ext cx="3904309" cy="3088428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BDECEDA-6851-2730-EE72-57CC3EF23047}"/>
              </a:ext>
            </a:extLst>
          </p:cNvPr>
          <p:cNvSpPr txBox="1"/>
          <p:nvPr/>
        </p:nvSpPr>
        <p:spPr>
          <a:xfrm>
            <a:off x="5138057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Como primer paso se creó la base de datos denominada </a:t>
            </a:r>
            <a:r>
              <a:rPr lang="es-MX" dirty="0" err="1"/>
              <a:t>VeterinariaPatitasFelices</a:t>
            </a:r>
            <a:r>
              <a:rPr lang="es-MX" dirty="0"/>
              <a:t>, la cual servirá como contenedor principal para almacenar toda la información relacionada con los servicios ofrecidos por la clínica veterinaria.</a:t>
            </a:r>
          </a:p>
        </p:txBody>
      </p:sp>
    </p:spTree>
    <p:extLst>
      <p:ext uri="{BB962C8B-B14F-4D97-AF65-F5344CB8AC3E}">
        <p14:creationId xmlns:p14="http://schemas.microsoft.com/office/powerpoint/2010/main" val="93506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4D255-C3C8-7A77-4BA2-B38CABE9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Dueños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A2DC19-74EE-A3B3-B608-6853A7D2E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286" y="1382780"/>
            <a:ext cx="3740342" cy="179714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E14C92-FF64-971B-C802-A8FBDDE61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86" y="3260904"/>
            <a:ext cx="4483330" cy="18733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C7EBCCD-8606-92DA-EEB7-AF03DB70A127}"/>
              </a:ext>
            </a:extLst>
          </p:cNvPr>
          <p:cNvSpPr txBox="1"/>
          <p:nvPr/>
        </p:nvSpPr>
        <p:spPr>
          <a:xfrm>
            <a:off x="5627914" y="22813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Dueños almacena la información de las personas responsables de las mascotas. En ella se registran datos como nombre, apellido, teléfono, correo electrónico y dirección para mantener un control adecuado de los clientes de la clínica.</a:t>
            </a:r>
          </a:p>
        </p:txBody>
      </p:sp>
    </p:spTree>
    <p:extLst>
      <p:ext uri="{BB962C8B-B14F-4D97-AF65-F5344CB8AC3E}">
        <p14:creationId xmlns:p14="http://schemas.microsoft.com/office/powerpoint/2010/main" val="33323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57AEB-79CD-BAF7-2013-A5C7F191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Mascotas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63CF5C8-FC02-7227-91A8-6AE78695D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222" y="1316101"/>
            <a:ext cx="3848298" cy="193049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8D1E2D6-F55D-5385-6CE6-354246FA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22" y="3246600"/>
            <a:ext cx="4807197" cy="34482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1E7F3AF-4508-A0AB-D471-FE9A2A1C178C}"/>
              </a:ext>
            </a:extLst>
          </p:cNvPr>
          <p:cNvSpPr txBox="1"/>
          <p:nvPr/>
        </p:nvSpPr>
        <p:spPr>
          <a:xfrm>
            <a:off x="5483778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Mascotas contiene la información de los animales atendidos en la veterinaria. Se registran datos como nombre, especie, raza, edad, sexo y el propietario correspondiente, permitiendo identificar a cada paciente dentro del sistema.</a:t>
            </a:r>
          </a:p>
        </p:txBody>
      </p:sp>
    </p:spTree>
    <p:extLst>
      <p:ext uri="{BB962C8B-B14F-4D97-AF65-F5344CB8AC3E}">
        <p14:creationId xmlns:p14="http://schemas.microsoft.com/office/powerpoint/2010/main" val="277241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B91C1-9D59-CD3A-938B-01306C94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Veterinarios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D8EEAB-EF30-910D-0A03-B2C374196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14412"/>
            <a:ext cx="3949903" cy="171458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B2DFDC-EFE4-4476-C768-D08E388EB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61" y="3340029"/>
            <a:ext cx="5943905" cy="276874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EF8AB83-A6E3-B97B-9A77-7999F2DF46A8}"/>
              </a:ext>
            </a:extLst>
          </p:cNvPr>
          <p:cNvSpPr txBox="1"/>
          <p:nvPr/>
        </p:nvSpPr>
        <p:spPr>
          <a:xfrm>
            <a:off x="5519057" y="211597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Veterinarios almacena la información del personal médico encargado de atender a las mascotas. Se incluyen datos relacionados con nombre, especialidad, teléfono y salario.</a:t>
            </a:r>
          </a:p>
        </p:txBody>
      </p:sp>
    </p:spTree>
    <p:extLst>
      <p:ext uri="{BB962C8B-B14F-4D97-AF65-F5344CB8AC3E}">
        <p14:creationId xmlns:p14="http://schemas.microsoft.com/office/powerpoint/2010/main" val="63176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E4F9B-5463-E29E-C728-04B48709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Medicamentos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489641-5926-5EF6-9B55-436794028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98" y="1467153"/>
            <a:ext cx="3962604" cy="145422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9DFB5B3-3526-F5D8-0A84-DEE9EB310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2921378"/>
            <a:ext cx="4673840" cy="33021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4B7B2AA-112E-F071-3977-264BBA39409C}"/>
              </a:ext>
            </a:extLst>
          </p:cNvPr>
          <p:cNvSpPr txBox="1"/>
          <p:nvPr/>
        </p:nvSpPr>
        <p:spPr>
          <a:xfrm>
            <a:off x="5257800" y="2066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Medicamentos registra los productos utilizados en los tratamientos veterinarios. Cada medicamento cuenta con información relacionada con su categoría, precio y cantidad disponible en inventario.</a:t>
            </a:r>
          </a:p>
        </p:txBody>
      </p:sp>
    </p:spTree>
    <p:extLst>
      <p:ext uri="{BB962C8B-B14F-4D97-AF65-F5344CB8AC3E}">
        <p14:creationId xmlns:p14="http://schemas.microsoft.com/office/powerpoint/2010/main" val="246340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B4548-C20E-2D11-1034-23C540F2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Consultas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B1513B1-A9FD-DECF-3AA8-3349C376D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301" y="1365093"/>
            <a:ext cx="3568883" cy="1701887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D31716-237C-1ADF-E905-A89485C7A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1" y="3218946"/>
            <a:ext cx="6026460" cy="198765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B475B0C-B166-511C-5E61-BB6DF27382E3}"/>
              </a:ext>
            </a:extLst>
          </p:cNvPr>
          <p:cNvSpPr txBox="1"/>
          <p:nvPr/>
        </p:nvSpPr>
        <p:spPr>
          <a:xfrm>
            <a:off x="5257800" y="201861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Consultas almacena los servicios médicos realizados a las mascotas. Cada consulta relaciona una mascota con un veterinario, registrando la fecha, diagnóstico y costo del servicio prestado.</a:t>
            </a:r>
          </a:p>
        </p:txBody>
      </p:sp>
    </p:spTree>
    <p:extLst>
      <p:ext uri="{BB962C8B-B14F-4D97-AF65-F5344CB8AC3E}">
        <p14:creationId xmlns:p14="http://schemas.microsoft.com/office/powerpoint/2010/main" val="392028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F5C3E-3E64-57D2-4C76-A26D4B3B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Tratamientos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F5A82CC-27E4-E965-C3A1-869677398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988005" cy="125736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0506C4B-3954-12FA-5D50-4D756FC66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6631"/>
            <a:ext cx="4248368" cy="160663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7112A6B-C5B4-F374-B43C-20443865E511}"/>
              </a:ext>
            </a:extLst>
          </p:cNvPr>
          <p:cNvSpPr txBox="1"/>
          <p:nvPr/>
        </p:nvSpPr>
        <p:spPr>
          <a:xfrm>
            <a:off x="4826205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Tratamientos permite registrar los medicamentos utilizados durante las consultas veterinarias. Esta tabla relaciona consultas y medicamentos para mantener un historial detallado de los procedimientos realizados.</a:t>
            </a:r>
          </a:p>
        </p:txBody>
      </p:sp>
    </p:spTree>
    <p:extLst>
      <p:ext uri="{BB962C8B-B14F-4D97-AF65-F5344CB8AC3E}">
        <p14:creationId xmlns:p14="http://schemas.microsoft.com/office/powerpoint/2010/main" val="99931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0C3C4-F3A1-FC55-FDAC-4133D712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Verificacion</a:t>
            </a:r>
            <a:r>
              <a:rPr lang="es-MX" dirty="0"/>
              <a:t> de registros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A4D8497-DAA8-A4EA-1A2F-AB137BB46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478" y="1913436"/>
            <a:ext cx="4191215" cy="2673487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6C33A32-29DB-F534-98E1-4557B01C00C7}"/>
              </a:ext>
            </a:extLst>
          </p:cNvPr>
          <p:cNvSpPr txBox="1"/>
          <p:nvPr/>
        </p:nvSpPr>
        <p:spPr>
          <a:xfrm>
            <a:off x="5758543" y="223615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Finalmente se realizaron consultas de verificación para comprobar que los registros fueron almacenados correctamente y que las relaciones entre las tablas funcionan de manera adecuada. Esto permitió validar la integridad y consistencia de la información dentro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16581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43293-C771-D51C-F9A1-E311AB24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Conclusion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8CDEF-3D05-143E-3B24-D68F640BC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En conclusión, esta práctica permitió desarrollar una base de datos relacional para una clínica veterinaria utilizando PostgreSQL. La creación de tablas, inserción de registros y establecimiento de relaciones fortaleció los conocimientos sobre el diseño y administración de bases de datos. Además, se comprendió la importancia de organizar adecuadamente la información para facilitar su consulta y gestión dentro de un sistema informático.</a:t>
            </a:r>
          </a:p>
        </p:txBody>
      </p:sp>
    </p:spTree>
    <p:extLst>
      <p:ext uri="{BB962C8B-B14F-4D97-AF65-F5344CB8AC3E}">
        <p14:creationId xmlns:p14="http://schemas.microsoft.com/office/powerpoint/2010/main" val="1555149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554</Words>
  <Application>Microsoft Office PowerPoint</Application>
  <PresentationFormat>Panorámica</PresentationFormat>
  <Paragraphs>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Justificacion </vt:lpstr>
      <vt:lpstr>Presentación de PowerPoint</vt:lpstr>
      <vt:lpstr>Dueños </vt:lpstr>
      <vt:lpstr>Mascotas </vt:lpstr>
      <vt:lpstr>Veterinarios </vt:lpstr>
      <vt:lpstr>Medicamentos </vt:lpstr>
      <vt:lpstr>Consultas </vt:lpstr>
      <vt:lpstr>Tratamientos </vt:lpstr>
      <vt:lpstr>Verificacion de registros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2026-06-15T18:34:55Z</dcterms:created>
  <dcterms:modified xsi:type="dcterms:W3CDTF">2026-06-15T19:00:16Z</dcterms:modified>
</cp:coreProperties>
</file>